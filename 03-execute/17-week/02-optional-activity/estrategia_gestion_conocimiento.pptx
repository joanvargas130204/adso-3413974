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5778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8521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49377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56692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63093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9756648" y="5184648"/>
            <a:ext cx="640080" cy="457200"/>
          </a:xfrm>
          <a:prstGeom prst="line">
            <a:avLst/>
          </a:prstGeom>
          <a:noFill/>
          <a:ln w="12700">
            <a:solidFill>
              <a:srgbClr val="3E5C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90888" y="5184648"/>
            <a:ext cx="365760" cy="731520"/>
          </a:xfrm>
          <a:prstGeom prst="line">
            <a:avLst/>
          </a:prstGeom>
          <a:noFill/>
          <a:ln w="12700">
            <a:solidFill>
              <a:srgbClr val="3E5C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96728" y="5641848"/>
            <a:ext cx="1005840" cy="91440"/>
          </a:xfrm>
          <a:prstGeom prst="line">
            <a:avLst/>
          </a:prstGeom>
          <a:noFill/>
          <a:ln w="12700">
            <a:solidFill>
              <a:srgbClr val="3E5C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45368" y="5001768"/>
            <a:ext cx="457200" cy="731520"/>
          </a:xfrm>
          <a:prstGeom prst="line">
            <a:avLst/>
          </a:prstGeom>
          <a:noFill/>
          <a:ln w="12700">
            <a:solidFill>
              <a:srgbClr val="3E5C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30968" y="5733288"/>
            <a:ext cx="1371600" cy="640080"/>
          </a:xfrm>
          <a:prstGeom prst="line">
            <a:avLst/>
          </a:prstGeom>
          <a:noFill/>
          <a:ln w="12700">
            <a:solidFill>
              <a:srgbClr val="3E5C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30968" y="5641848"/>
            <a:ext cx="365760" cy="731520"/>
          </a:xfrm>
          <a:prstGeom prst="line">
            <a:avLst/>
          </a:prstGeom>
          <a:noFill/>
          <a:ln w="12700">
            <a:solidFill>
              <a:srgbClr val="3E5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AUTORÍA PROPIA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82880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Gestión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Conocimiento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al Sistema de Registro de Asistencia con QR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572000"/>
            <a:ext cx="12801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operativos a conocimiento institucional accionable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ya produce datos valiosos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54380" y="21259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2125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938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dinámico y firmado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escaneo válido es un evento con contexto y momento exacto.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149340" y="21259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49340" y="2125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92938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red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12280" y="22860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intento fallido por ubicación deja huella de dónde y cuándo.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" y="35433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34670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único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reintentos legítimos de intentos irregulares.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2004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9340" y="35433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14934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34670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manual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12280" y="37033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documenta la razón detrás de cada excepción.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" y="49606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" y="49606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76402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deserción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0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detecta tendencias, no solo hechos aislados.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6177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149340" y="49606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149340" y="49606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476402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auditoría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12280" y="5120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quién decide qué, cuándo y por qué en el sistema.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sí, conocimiento todavía 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captura y almacena datos. Pero nadie interpreta, conecta ni comparte lo que esos datos significan entre instructores, fichas y sedes.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" y="29032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" y="29032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834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atrapado en cada instructor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32004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corrige e interpreta alertas a su manera, según su experiencia — sin memoria compartida entre fichas.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" y="41833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" y="4183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4114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que se repiten sin ser vistos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4805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causa de inasistencia o falla de red se presenta en distintas fichas, pero se resuelve cada vez desde cero.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" y="54635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" y="54635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5394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sin aprendizaje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57607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administrador registra qué se hizo, pero no convierte esas decisiones en una lección reutilizable para el futuro.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ESTRATEGIA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Convertir los datos operativos del sistema en conocimiento institucional reutilizable, capaz de anticipar la deserción y de mejorar la operación del propio sistema.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A3A5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4160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4663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fricción, como subproducto del uso normal del sistema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A3A5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4160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54880" y="4663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patrones legibles para quien toma decisiones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3977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A3A57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4160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Reutilizar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58200" y="4663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prevenir, no solo para reportar lo ya ocurrido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PROPUESTO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conocimiento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1608845" cy="116889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4194721" y="3637774"/>
            <a:ext cx="614524" cy="1891311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2206079" y="5529086"/>
            <a:ext cx="1988642" cy="914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591555" y="3637774"/>
            <a:ext cx="614524" cy="1891311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1591555" y="2468880"/>
            <a:ext cx="1608845" cy="116889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20340" y="1988820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720340" y="19888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29185" y="3157714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29185" y="315771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14661" y="5049026"/>
            <a:ext cx="960120" cy="9601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3714661" y="504902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726019" y="5049026"/>
            <a:ext cx="960120" cy="9601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726019" y="504902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11495" y="3157714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495" y="315771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28232" y="18105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17647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0756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registra asistencia, alertas e incidentes de forma automática.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28232" y="2706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26609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2971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anota el motivo real detrás de cada corrección o excepción.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28232" y="360273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35570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38679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admin agrupa patrones comunes entre fichas y sedes.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4988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44531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47640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y bienestar reciben el patrón, no solo el dato crudo.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28232" y="5394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56601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recalibran umbrales de alerta, protocolos y configuración del sistema.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rol aporta y usa conocimiento distinto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259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259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conocimiento tácito: contexto, motivos y decisiones diarias frente al aprendiz.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D8E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1259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21259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93592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/ Bienestar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7490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patrones consolidados para decidir intervenciones de retención.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41464" y="21259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141464" y="21259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55664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37490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el repositorio histórico, la configuración y la trazabilidad del sistema.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D8E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03536" y="21259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3536" y="21259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17736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63456" y="37490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primaria de los datos y beneficiario final de las decisiones informadas.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COMO REPOSITORIO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existe, visto como conocimiento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actual del sistema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 en...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asistencia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423160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3317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histórica de la formación por ficha y aprendiz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7296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auditoría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17296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decisiones administrativas en el tiempo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1064240" cy="731520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14216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deserción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105656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014216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predictivo sobre riesgo de abandono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11064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55464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manual con motivo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946904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855464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contextual: el porqué detrás del dato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696712"/>
            <a:ext cx="11064240" cy="731520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696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y sincronización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5788152"/>
            <a:ext cx="0" cy="5486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696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 contingencia operativa ante fallas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Y BUENAS PRÁCTICAS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para que el conocimiento no dañe a nadie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7220" y="189738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1722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9019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ante todo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se comparten agregados por ficha o sede; nunca se expone al aprendiz individual fuera del instructor y bienestar.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6500" y="189738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628650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0" y="19019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estigmatizar por alertas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23760" y="22860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alerta de deserción es una señal para acompañar, nunca un juicio sobre el aprendiz.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" y="38633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" y="3863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8679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periódica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54480" y="42519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de alerta (inasistencias, IP, expiración del QR) se revisan con datos reales, no se fijan una sola vez.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6500" y="386334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0" y="3863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23760" y="38679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trimestral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23760" y="42519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académica revisa los patrones consolidados cada trimestre y decide ajustes al modelo.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ESPERADOS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conocimiento como ventaja, no como archivo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A3A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riesgo de deserción, antes de que sea irreversible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A3A57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34747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evidencia consolidada, no en percepción individual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A3A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9944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34747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recuerda aunque el instructor cambie o rote de ficha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A3A57"/>
          </a:solidFill>
          <a:ln/>
        </p:spPr>
      </p:sp>
      <p:sp>
        <p:nvSpPr>
          <p:cNvPr id="17" name="Text 15"/>
          <p:cNvSpPr/>
          <p:nvPr/>
        </p:nvSpPr>
        <p:spPr>
          <a:xfrm>
            <a:off x="9272016" y="22860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72016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17736" y="34747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replicable a otras líneas de formación del centro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B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deja de ser solo un registro de asistencia: se convierte en la memoria institucional de la línea de desarrollo de software.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2026-07-11T14:41:20Z</dcterms:created>
  <dcterms:modified xsi:type="dcterms:W3CDTF">2026-07-11T14:41:20Z</dcterms:modified>
</cp:coreProperties>
</file>