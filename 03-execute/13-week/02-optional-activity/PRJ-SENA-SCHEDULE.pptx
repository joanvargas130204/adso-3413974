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ABFDF"/>
                </a:solidFill>
              </a:rPr>
              <a:t>DIAPOSITIVA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0" y="274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0CAEE"/>
                </a:solidFill>
              </a:rPr>
              <a:t>Gestión de horarios en el SENA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 día, los horarios se hacen a mano, con archivos de Excel, correos y documentos por separado. Esto crea muchos problemas: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de horarios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clases en el mismo salón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2011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2011680"/>
            <a:ext cx="26517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1945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ocupados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55848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si el aula está libre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17920" y="2011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01168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945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 con instructores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27648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claridad sobre quién enseña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737360" y="3520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737360" y="352044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37033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240280" y="3639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desactualizada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847088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sin notificar a todos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709160" y="3520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352044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70332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3639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818888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buscando datos básicos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 Afecta a: Coordinadores · Instructores · Aprendices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979408" cy="914400"/>
          </a:xfrm>
          <a:prstGeom prst="rect">
            <a:avLst/>
          </a:prstGeom>
          <a:solidFill>
            <a:srgbClr val="162647"/>
          </a:solidFill>
          <a:ln w="12700">
            <a:solidFill>
              <a:srgbClr val="1626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80AA"/>
                </a:solidFill>
              </a:rPr>
              <a:t>DIAPOSITIVA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Sistema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PRJ-SENA-SCHEDULE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única para manejar todo lo relacionado con los horarios del SENA.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411480" cy="41148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008" y="1188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horarios fácilmente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892808"/>
            <a:ext cx="411480" cy="41148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9385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conflictos entre clases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2642616"/>
            <a:ext cx="411480" cy="4114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6883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toda la información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0" y="3392424"/>
            <a:ext cx="411480" cy="4114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43814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4920" y="3419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control operativo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0" y="4142232"/>
            <a:ext cx="411480" cy="41148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1879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74920" y="4169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consultas en segundos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0" y="914400"/>
            <a:ext cx="228600" cy="4023360"/>
          </a:xfrm>
          <a:prstGeom prst="rect">
            <a:avLst/>
          </a:prstGeom>
          <a:solidFill>
            <a:srgbClr val="1E3F70"/>
          </a:solidFill>
          <a:ln w="12700">
            <a:solidFill>
              <a:srgbClr val="1E3F7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0CAEE"/>
                </a:solidFill>
              </a:rPr>
              <a:t>DIAPOSITIVA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Relevamiento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92024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9718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945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605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9718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0233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Modelado BD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989320" y="1920240"/>
            <a:ext cx="822960" cy="8229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893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718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8521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Prototipado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818120" y="19202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8181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9718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809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6809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Testing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Cada etapa avanza de forma ordenada, revisando el trabajo antes de continuar.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62647"/>
          </a:solidFill>
          <a:ln w="12700">
            <a:solidFill>
              <a:srgbClr val="1626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80AA"/>
                </a:solidFill>
              </a:rPr>
              <a:t>DIAPOSITIVA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Principales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548640" cy="548640"/>
          </a:xfrm>
          <a:prstGeom prst="ellipse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527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18745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salones hay y si están disponibles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0058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2527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64992" y="18745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y editar los horarios de cada ficha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0584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00584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1188720"/>
            <a:ext cx="548640" cy="54864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25272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36792" y="18745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los grupos de aprendices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755648" y="278892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55648" y="278892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892808" y="2971800"/>
            <a:ext cx="548640" cy="54864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035808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32888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874520" y="36576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instructores planta y contratistas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27448" y="278892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727448" y="278892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864608" y="2971800"/>
            <a:ext cx="548640" cy="54864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035808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04688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846320" y="36576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conflictos antes de que pasen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80AA"/>
                </a:solidFill>
              </a:rPr>
              <a:t>Todos los módulos se conectan entre sí para evitar errores y duplicados.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0CAEE"/>
                </a:solidFill>
              </a:rPr>
              <a:t>DIAPOSITIVA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Arquitectura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664208" cy="914400"/>
          </a:xfrm>
          <a:prstGeom prst="rect">
            <a:avLst/>
          </a:prstGeom>
          <a:solidFill>
            <a:srgbClr val="00ACD7"/>
          </a:solidFill>
          <a:ln w="12700">
            <a:solidFill>
              <a:srgbClr val="00AC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00ACD7">
              <a:alpha val="20000"/>
            </a:srgbClr>
          </a:solidFill>
          <a:ln w="12700">
            <a:solidFill>
              <a:srgbClr val="00A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CD7"/>
                </a:solidFill>
              </a:rPr>
              <a:t>Backend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0040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del sistema. Maneja toda la lógica de negocio con mucha velocidad.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84248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84248" y="1005840"/>
            <a:ext cx="1664208" cy="91440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1430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258568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61DAFB">
              <a:alpha val="2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58568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DAFB"/>
                </a:solidFill>
              </a:rPr>
              <a:t>Interfaz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75688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usuario ve. Pantallas rápidas y fáciles de usar en el navegador.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739896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39896" y="1005840"/>
            <a:ext cx="1664208" cy="91440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1430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39896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014216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336791">
              <a:alpha val="20000"/>
            </a:srgbClr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014216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791"/>
                </a:solidFill>
              </a:rPr>
              <a:t>Base de datos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831336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guarda toda la información: horarios, fichas, instructores...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95544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95544" y="1005840"/>
            <a:ext cx="1664208" cy="9144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14300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95544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769864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2496ED">
              <a:alpha val="20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769864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96ED"/>
                </a:solidFill>
              </a:rPr>
              <a:t>Despliegue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586984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 el sistema para que funcione igual en cualquier computador.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251192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51192" y="1005840"/>
            <a:ext cx="16642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1143000"/>
            <a:ext cx="548640" cy="5486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51192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Hex. Arch.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7525512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525512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Organización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7342632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forma de organizar el código para que sea fácil de cambiar y probar.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Juntas, estas tecnologías forman un sistema moderno, estable y fácil de mantener.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PRJ-SENA-SCHEDULE</dc:title>
  <dc:subject>PptxGenJS Presentation</dc:subject>
  <dc:creator>PptxGenJS</dc:creator>
  <cp:lastModifiedBy>PptxGenJS</cp:lastModifiedBy>
  <cp:revision>1</cp:revision>
  <dcterms:created xsi:type="dcterms:W3CDTF">2026-05-23T14:49:55Z</dcterms:created>
  <dcterms:modified xsi:type="dcterms:W3CDTF">2026-05-23T14:49:55Z</dcterms:modified>
</cp:coreProperties>
</file>