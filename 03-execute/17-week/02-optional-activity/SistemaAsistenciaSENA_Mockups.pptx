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2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2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.png"/><Relationship Id="rId12" Type="http://schemas.openxmlformats.org/officeDocument/2006/relationships/image" Target="../media/image-5-12.png"/><Relationship Id="rId13" Type="http://schemas.openxmlformats.org/officeDocument/2006/relationships/image" Target="../media/image-5-2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1.png"/><Relationship Id="rId9" Type="http://schemas.openxmlformats.org/officeDocument/2006/relationships/image" Target="../media/image-6-9.png"/><Relationship Id="rId10" Type="http://schemas.openxmlformats.org/officeDocument/2006/relationships/image" Target="../media/image-6-9.png"/><Relationship Id="rId11" Type="http://schemas.openxmlformats.org/officeDocument/2006/relationships/image" Target="../media/image-6-11.png"/><Relationship Id="rId12" Type="http://schemas.openxmlformats.org/officeDocument/2006/relationships/image" Target="../media/image-6-3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6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5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5.png"/><Relationship Id="rId11" Type="http://schemas.openxmlformats.org/officeDocument/2006/relationships/image" Target="../media/image-11-8.png"/><Relationship Id="rId12" Type="http://schemas.openxmlformats.org/officeDocument/2006/relationships/image" Target="../media/image-11-9.png"/><Relationship Id="rId13" Type="http://schemas.openxmlformats.org/officeDocument/2006/relationships/image" Target="../media/image-11-5.png"/><Relationship Id="rId14" Type="http://schemas.openxmlformats.org/officeDocument/2006/relationships/image" Target="../media/image-11-8.png"/><Relationship Id="rId15" Type="http://schemas.openxmlformats.org/officeDocument/2006/relationships/image" Target="../media/image-11-9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1.png"/><Relationship Id="rId7" Type="http://schemas.openxmlformats.org/officeDocument/2006/relationships/image" Target="../media/image-12-1.png"/><Relationship Id="rId8" Type="http://schemas.openxmlformats.org/officeDocument/2006/relationships/image" Target="../media/image-12-3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1.png"/><Relationship Id="rId8" Type="http://schemas.openxmlformats.org/officeDocument/2006/relationships/image" Target="../media/image-13-1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9.png"/><Relationship Id="rId12" Type="http://schemas.openxmlformats.org/officeDocument/2006/relationships/image" Target="../media/image-13-2.png"/><Relationship Id="rId13" Type="http://schemas.openxmlformats.org/officeDocument/2006/relationships/image" Target="../media/image-13-9.png"/><Relationship Id="rId14" Type="http://schemas.openxmlformats.org/officeDocument/2006/relationships/image" Target="../media/image-13-14.png"/><Relationship Id="rId15" Type="http://schemas.openxmlformats.org/officeDocument/2006/relationships/image" Target="../media/image-13-9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3D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4114800"/>
            <a:ext cx="196596" cy="196596"/>
          </a:xfrm>
          <a:prstGeom prst="rect">
            <a:avLst/>
          </a:prstGeom>
          <a:solidFill>
            <a:srgbClr val="2E7A00"/>
          </a:solidFill>
          <a:ln/>
        </p:spPr>
      </p:sp>
      <p:sp>
        <p:nvSpPr>
          <p:cNvPr id="3" name="Shape 1"/>
          <p:cNvSpPr/>
          <p:nvPr/>
        </p:nvSpPr>
        <p:spPr>
          <a:xfrm>
            <a:off x="9473184" y="4114800"/>
            <a:ext cx="196596" cy="196596"/>
          </a:xfrm>
          <a:prstGeom prst="rect">
            <a:avLst/>
          </a:prstGeom>
          <a:solidFill>
            <a:srgbClr val="2E7A00"/>
          </a:solidFill>
          <a:ln/>
        </p:spPr>
      </p:sp>
      <p:sp>
        <p:nvSpPr>
          <p:cNvPr id="4" name="Shape 2"/>
          <p:cNvSpPr/>
          <p:nvPr/>
        </p:nvSpPr>
        <p:spPr>
          <a:xfrm>
            <a:off x="9710928" y="4114800"/>
            <a:ext cx="196596" cy="196596"/>
          </a:xfrm>
          <a:prstGeom prst="rect">
            <a:avLst/>
          </a:prstGeom>
          <a:solidFill>
            <a:srgbClr val="2E7A00"/>
          </a:solidFill>
          <a:ln/>
        </p:spPr>
      </p:sp>
      <p:sp>
        <p:nvSpPr>
          <p:cNvPr id="5" name="Shape 3"/>
          <p:cNvSpPr/>
          <p:nvPr/>
        </p:nvSpPr>
        <p:spPr>
          <a:xfrm>
            <a:off x="10186416" y="4114800"/>
            <a:ext cx="196596" cy="196596"/>
          </a:xfrm>
          <a:prstGeom prst="rect">
            <a:avLst/>
          </a:prstGeom>
          <a:solidFill>
            <a:srgbClr val="2E7A00"/>
          </a:solidFill>
          <a:ln/>
        </p:spPr>
      </p:sp>
      <p:sp>
        <p:nvSpPr>
          <p:cNvPr id="6" name="Shape 4"/>
          <p:cNvSpPr/>
          <p:nvPr/>
        </p:nvSpPr>
        <p:spPr>
          <a:xfrm>
            <a:off x="10661904" y="4114800"/>
            <a:ext cx="196596" cy="196596"/>
          </a:xfrm>
          <a:prstGeom prst="rect">
            <a:avLst/>
          </a:prstGeom>
          <a:solidFill>
            <a:srgbClr val="2E7A00"/>
          </a:solidFill>
          <a:ln/>
        </p:spPr>
      </p:sp>
      <p:sp>
        <p:nvSpPr>
          <p:cNvPr id="7" name="Shape 5"/>
          <p:cNvSpPr/>
          <p:nvPr/>
        </p:nvSpPr>
        <p:spPr>
          <a:xfrm>
            <a:off x="9235440" y="4352544"/>
            <a:ext cx="196596" cy="196596"/>
          </a:xfrm>
          <a:prstGeom prst="rect">
            <a:avLst/>
          </a:prstGeom>
          <a:solidFill>
            <a:srgbClr val="2E7A00"/>
          </a:solidFill>
          <a:ln/>
        </p:spPr>
      </p:sp>
      <p:sp>
        <p:nvSpPr>
          <p:cNvPr id="8" name="Shape 6"/>
          <p:cNvSpPr/>
          <p:nvPr/>
        </p:nvSpPr>
        <p:spPr>
          <a:xfrm>
            <a:off x="9710928" y="4352544"/>
            <a:ext cx="196596" cy="196596"/>
          </a:xfrm>
          <a:prstGeom prst="rect">
            <a:avLst/>
          </a:prstGeom>
          <a:solidFill>
            <a:srgbClr val="2E7A00"/>
          </a:solidFill>
          <a:ln/>
        </p:spPr>
      </p:sp>
      <p:sp>
        <p:nvSpPr>
          <p:cNvPr id="9" name="Shape 7"/>
          <p:cNvSpPr/>
          <p:nvPr/>
        </p:nvSpPr>
        <p:spPr>
          <a:xfrm>
            <a:off x="10424160" y="4352544"/>
            <a:ext cx="196596" cy="196596"/>
          </a:xfrm>
          <a:prstGeom prst="rect">
            <a:avLst/>
          </a:prstGeom>
          <a:solidFill>
            <a:srgbClr val="2E7A00"/>
          </a:solidFill>
          <a:ln/>
        </p:spPr>
      </p:sp>
      <p:sp>
        <p:nvSpPr>
          <p:cNvPr id="10" name="Shape 8"/>
          <p:cNvSpPr/>
          <p:nvPr/>
        </p:nvSpPr>
        <p:spPr>
          <a:xfrm>
            <a:off x="9235440" y="4590288"/>
            <a:ext cx="196596" cy="196596"/>
          </a:xfrm>
          <a:prstGeom prst="rect">
            <a:avLst/>
          </a:prstGeom>
          <a:solidFill>
            <a:srgbClr val="2E7A00"/>
          </a:solidFill>
          <a:ln/>
        </p:spPr>
      </p:sp>
      <p:sp>
        <p:nvSpPr>
          <p:cNvPr id="11" name="Shape 9"/>
          <p:cNvSpPr/>
          <p:nvPr/>
        </p:nvSpPr>
        <p:spPr>
          <a:xfrm>
            <a:off x="9473184" y="4590288"/>
            <a:ext cx="196596" cy="196596"/>
          </a:xfrm>
          <a:prstGeom prst="rect">
            <a:avLst/>
          </a:prstGeom>
          <a:solidFill>
            <a:srgbClr val="2E7A00"/>
          </a:solidFill>
          <a:ln/>
        </p:spPr>
      </p:sp>
      <p:sp>
        <p:nvSpPr>
          <p:cNvPr id="12" name="Shape 10"/>
          <p:cNvSpPr/>
          <p:nvPr/>
        </p:nvSpPr>
        <p:spPr>
          <a:xfrm>
            <a:off x="9710928" y="4590288"/>
            <a:ext cx="196596" cy="196596"/>
          </a:xfrm>
          <a:prstGeom prst="rect">
            <a:avLst/>
          </a:prstGeom>
          <a:solidFill>
            <a:srgbClr val="2E7A00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86416" y="4590288"/>
            <a:ext cx="196596" cy="196596"/>
          </a:xfrm>
          <a:prstGeom prst="rect">
            <a:avLst/>
          </a:prstGeom>
          <a:solidFill>
            <a:srgbClr val="2E7A00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61904" y="4590288"/>
            <a:ext cx="196596" cy="196596"/>
          </a:xfrm>
          <a:prstGeom prst="rect">
            <a:avLst/>
          </a:prstGeom>
          <a:solidFill>
            <a:srgbClr val="2E7A00"/>
          </a:solidFill>
          <a:ln/>
        </p:spPr>
      </p:sp>
      <p:sp>
        <p:nvSpPr>
          <p:cNvPr id="15" name="Shape 13"/>
          <p:cNvSpPr/>
          <p:nvPr/>
        </p:nvSpPr>
        <p:spPr>
          <a:xfrm>
            <a:off x="10186416" y="4828032"/>
            <a:ext cx="196596" cy="196596"/>
          </a:xfrm>
          <a:prstGeom prst="rect">
            <a:avLst/>
          </a:prstGeom>
          <a:solidFill>
            <a:srgbClr val="2E7A00"/>
          </a:solidFill>
          <a:ln/>
        </p:spPr>
      </p:sp>
      <p:sp>
        <p:nvSpPr>
          <p:cNvPr id="16" name="Shape 14"/>
          <p:cNvSpPr/>
          <p:nvPr/>
        </p:nvSpPr>
        <p:spPr>
          <a:xfrm>
            <a:off x="10424160" y="4828032"/>
            <a:ext cx="196596" cy="196596"/>
          </a:xfrm>
          <a:prstGeom prst="rect">
            <a:avLst/>
          </a:prstGeom>
          <a:solidFill>
            <a:srgbClr val="2E7A00"/>
          </a:solidFill>
          <a:ln/>
        </p:spPr>
      </p:sp>
      <p:sp>
        <p:nvSpPr>
          <p:cNvPr id="17" name="Shape 15"/>
          <p:cNvSpPr/>
          <p:nvPr/>
        </p:nvSpPr>
        <p:spPr>
          <a:xfrm>
            <a:off x="9235440" y="5065776"/>
            <a:ext cx="196596" cy="196596"/>
          </a:xfrm>
          <a:prstGeom prst="rect">
            <a:avLst/>
          </a:prstGeom>
          <a:solidFill>
            <a:srgbClr val="2E7A00"/>
          </a:solidFill>
          <a:ln/>
        </p:spPr>
      </p:sp>
      <p:sp>
        <p:nvSpPr>
          <p:cNvPr id="18" name="Shape 16"/>
          <p:cNvSpPr/>
          <p:nvPr/>
        </p:nvSpPr>
        <p:spPr>
          <a:xfrm>
            <a:off x="9473184" y="5065776"/>
            <a:ext cx="196596" cy="196596"/>
          </a:xfrm>
          <a:prstGeom prst="rect">
            <a:avLst/>
          </a:prstGeom>
          <a:solidFill>
            <a:srgbClr val="2E7A00"/>
          </a:solidFill>
          <a:ln/>
        </p:spPr>
      </p:sp>
      <p:sp>
        <p:nvSpPr>
          <p:cNvPr id="19" name="Shape 17"/>
          <p:cNvSpPr/>
          <p:nvPr/>
        </p:nvSpPr>
        <p:spPr>
          <a:xfrm>
            <a:off x="9948672" y="5065776"/>
            <a:ext cx="196596" cy="196596"/>
          </a:xfrm>
          <a:prstGeom prst="rect">
            <a:avLst/>
          </a:prstGeom>
          <a:solidFill>
            <a:srgbClr val="2E7A00"/>
          </a:solidFill>
          <a:ln/>
        </p:spPr>
      </p:sp>
      <p:sp>
        <p:nvSpPr>
          <p:cNvPr id="20" name="Shape 18"/>
          <p:cNvSpPr/>
          <p:nvPr/>
        </p:nvSpPr>
        <p:spPr>
          <a:xfrm>
            <a:off x="10661904" y="5065776"/>
            <a:ext cx="196596" cy="196596"/>
          </a:xfrm>
          <a:prstGeom prst="rect">
            <a:avLst/>
          </a:prstGeom>
          <a:solidFill>
            <a:srgbClr val="2E7A00"/>
          </a:solidFill>
          <a:ln/>
        </p:spPr>
      </p:sp>
      <p:sp>
        <p:nvSpPr>
          <p:cNvPr id="21" name="Shape 19"/>
          <p:cNvSpPr/>
          <p:nvPr/>
        </p:nvSpPr>
        <p:spPr>
          <a:xfrm>
            <a:off x="9473184" y="5303520"/>
            <a:ext cx="196596" cy="196596"/>
          </a:xfrm>
          <a:prstGeom prst="rect">
            <a:avLst/>
          </a:prstGeom>
          <a:solidFill>
            <a:srgbClr val="2E7A00"/>
          </a:solidFill>
          <a:ln/>
        </p:spPr>
      </p:sp>
      <p:sp>
        <p:nvSpPr>
          <p:cNvPr id="22" name="Shape 20"/>
          <p:cNvSpPr/>
          <p:nvPr/>
        </p:nvSpPr>
        <p:spPr>
          <a:xfrm>
            <a:off x="9710928" y="5303520"/>
            <a:ext cx="196596" cy="196596"/>
          </a:xfrm>
          <a:prstGeom prst="rect">
            <a:avLst/>
          </a:prstGeom>
          <a:solidFill>
            <a:srgbClr val="2E7A00"/>
          </a:solidFill>
          <a:ln/>
        </p:spPr>
      </p:sp>
      <p:sp>
        <p:nvSpPr>
          <p:cNvPr id="23" name="Shape 21"/>
          <p:cNvSpPr/>
          <p:nvPr/>
        </p:nvSpPr>
        <p:spPr>
          <a:xfrm>
            <a:off x="10186416" y="5303520"/>
            <a:ext cx="196596" cy="196596"/>
          </a:xfrm>
          <a:prstGeom prst="rect">
            <a:avLst/>
          </a:prstGeom>
          <a:solidFill>
            <a:srgbClr val="2E7A00"/>
          </a:solidFill>
          <a:ln/>
        </p:spPr>
      </p:sp>
      <p:sp>
        <p:nvSpPr>
          <p:cNvPr id="24" name="Shape 22"/>
          <p:cNvSpPr/>
          <p:nvPr/>
        </p:nvSpPr>
        <p:spPr>
          <a:xfrm>
            <a:off x="10424160" y="5303520"/>
            <a:ext cx="196596" cy="196596"/>
          </a:xfrm>
          <a:prstGeom prst="rect">
            <a:avLst/>
          </a:prstGeom>
          <a:solidFill>
            <a:srgbClr val="2E7A00"/>
          </a:solidFill>
          <a:ln/>
        </p:spPr>
      </p:sp>
      <p:sp>
        <p:nvSpPr>
          <p:cNvPr id="25" name="Shape 23"/>
          <p:cNvSpPr/>
          <p:nvPr/>
        </p:nvSpPr>
        <p:spPr>
          <a:xfrm>
            <a:off x="9235440" y="5541264"/>
            <a:ext cx="196596" cy="196596"/>
          </a:xfrm>
          <a:prstGeom prst="rect">
            <a:avLst/>
          </a:prstGeom>
          <a:solidFill>
            <a:srgbClr val="2E7A00"/>
          </a:solidFill>
          <a:ln/>
        </p:spPr>
      </p:sp>
      <p:sp>
        <p:nvSpPr>
          <p:cNvPr id="26" name="Shape 24"/>
          <p:cNvSpPr/>
          <p:nvPr/>
        </p:nvSpPr>
        <p:spPr>
          <a:xfrm>
            <a:off x="9710928" y="5541264"/>
            <a:ext cx="196596" cy="196596"/>
          </a:xfrm>
          <a:prstGeom prst="rect">
            <a:avLst/>
          </a:prstGeom>
          <a:solidFill>
            <a:srgbClr val="2E7A00"/>
          </a:solidFill>
          <a:ln/>
        </p:spPr>
      </p:sp>
      <p:sp>
        <p:nvSpPr>
          <p:cNvPr id="27" name="Shape 25"/>
          <p:cNvSpPr/>
          <p:nvPr/>
        </p:nvSpPr>
        <p:spPr>
          <a:xfrm>
            <a:off x="9948672" y="5541264"/>
            <a:ext cx="196596" cy="196596"/>
          </a:xfrm>
          <a:prstGeom prst="rect">
            <a:avLst/>
          </a:prstGeom>
          <a:solidFill>
            <a:srgbClr val="2E7A00"/>
          </a:solidFill>
          <a:ln/>
        </p:spPr>
      </p:sp>
      <p:sp>
        <p:nvSpPr>
          <p:cNvPr id="28" name="Shape 26"/>
          <p:cNvSpPr/>
          <p:nvPr/>
        </p:nvSpPr>
        <p:spPr>
          <a:xfrm>
            <a:off x="10424160" y="5541264"/>
            <a:ext cx="196596" cy="196596"/>
          </a:xfrm>
          <a:prstGeom prst="rect">
            <a:avLst/>
          </a:prstGeom>
          <a:solidFill>
            <a:srgbClr val="2E7A00"/>
          </a:solidFill>
          <a:ln/>
        </p:spPr>
      </p:sp>
      <p:sp>
        <p:nvSpPr>
          <p:cNvPr id="29" name="Shape 27"/>
          <p:cNvSpPr/>
          <p:nvPr/>
        </p:nvSpPr>
        <p:spPr>
          <a:xfrm>
            <a:off x="10661904" y="5541264"/>
            <a:ext cx="196596" cy="196596"/>
          </a:xfrm>
          <a:prstGeom prst="rect">
            <a:avLst/>
          </a:prstGeom>
          <a:solidFill>
            <a:srgbClr val="2E7A00"/>
          </a:solidFill>
          <a:ln/>
        </p:spPr>
      </p:sp>
      <p:sp>
        <p:nvSpPr>
          <p:cNvPr id="30" name="Shape 28"/>
          <p:cNvSpPr/>
          <p:nvPr/>
        </p:nvSpPr>
        <p:spPr>
          <a:xfrm>
            <a:off x="640080" y="685800"/>
            <a:ext cx="2743200" cy="365760"/>
          </a:xfrm>
          <a:prstGeom prst="roundRect">
            <a:avLst>
              <a:gd name="adj" fmla="val 50000"/>
            </a:avLst>
          </a:prstGeom>
          <a:solidFill>
            <a:srgbClr val="2E7A00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685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COMERCIAL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40080" y="1828800"/>
            <a:ext cx="822960" cy="822960"/>
          </a:xfrm>
          <a:prstGeom prst="ellipse">
            <a:avLst/>
          </a:prstGeom>
          <a:solidFill>
            <a:srgbClr val="2E7A00"/>
          </a:solidFill>
          <a:ln/>
        </p:spPr>
      </p:sp>
      <p:pic>
        <p:nvPicPr>
          <p:cNvPr id="33" name="Image 0" descr="/home/claude/deck/icons/qrsca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2039112"/>
            <a:ext cx="402336" cy="402336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621792" y="288036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de Asistencia SENA</a:t>
            </a:r>
            <a:endParaRPr lang="en-US" sz="4000" dirty="0"/>
          </a:p>
        </p:txBody>
      </p:sp>
      <p:sp>
        <p:nvSpPr>
          <p:cNvPr id="35" name="Text 32"/>
          <p:cNvSpPr/>
          <p:nvPr/>
        </p:nvSpPr>
        <p:spPr>
          <a:xfrm>
            <a:off x="640080" y="39319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D7E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asistencia academica con codigos QR, disenado para instructores y aprendices SOFIA Plus.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640080" y="4892040"/>
            <a:ext cx="5029200" cy="0"/>
          </a:xfrm>
          <a:prstGeom prst="line">
            <a:avLst/>
          </a:prstGeom>
          <a:noFill/>
          <a:ln w="12700">
            <a:solidFill>
              <a:srgbClr val="3E8A15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40080" y="5029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formativo ADSO - SENA Neiva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640080" y="52852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FC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y Desarrollo de Sistemas de Informacion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548640" y="65471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BFE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ASISTENCIA SENA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11155680" y="65471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BFE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471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8A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ASISTENCIA SENA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155680" y="65471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8A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20" kern="0" dirty="0">
                <a:solidFill>
                  <a:srgbClr val="39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VALOR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E2F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Asistencia en tres pasos, sin filas ni papel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aprendiz escanea un codigo QR, el sistema registra la hora automaticamente y el instructor consulta todo en tiempo real.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3246120" cy="2743200"/>
          </a:xfrm>
          <a:prstGeom prst="roundRect">
            <a:avLst>
              <a:gd name="adj" fmla="val 4000"/>
            </a:avLst>
          </a:prstGeom>
          <a:solidFill>
            <a:srgbClr val="F5F6F4"/>
          </a:solidFill>
          <a:ln/>
          <a:effectLst>
            <a:outerShdw sx="100000" sy="100000" kx="0" ky="0" algn="bl" rotWithShape="0" blurRad="101600" dist="25400" dir="5400000">
              <a:srgbClr val="1A1A1A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2624328"/>
            <a:ext cx="566928" cy="566928"/>
          </a:xfrm>
          <a:prstGeom prst="ellipse">
            <a:avLst/>
          </a:prstGeom>
          <a:solidFill>
            <a:srgbClr val="39A900"/>
          </a:solidFill>
          <a:ln/>
        </p:spPr>
      </p:sp>
      <p:pic>
        <p:nvPicPr>
          <p:cNvPr id="9" name="Image 0" descr="/home/claude/deck/icons/qrsca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661" y="2698029"/>
            <a:ext cx="419527" cy="41952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" y="338328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2F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Escanear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22960" y="3749040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aprendiz escanea el codigo QR de la clase desde su celular.</a:t>
            </a:r>
            <a:endParaRPr lang="en-US" sz="1100" dirty="0"/>
          </a:p>
        </p:txBody>
      </p:sp>
      <p:pic>
        <p:nvPicPr>
          <p:cNvPr id="12" name="Image 1" descr="/home/claude/deck/icons/chevronright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4488" y="3584448"/>
            <a:ext cx="237744" cy="23774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251960" y="2331720"/>
            <a:ext cx="3246120" cy="2743200"/>
          </a:xfrm>
          <a:prstGeom prst="roundRect">
            <a:avLst>
              <a:gd name="adj" fmla="val 4000"/>
            </a:avLst>
          </a:prstGeom>
          <a:solidFill>
            <a:srgbClr val="1F5C00"/>
          </a:solidFill>
          <a:ln/>
          <a:effectLst>
            <a:outerShdw sx="100000" sy="100000" kx="0" ky="0" algn="bl" rotWithShape="0" blurRad="101600" dist="25400" dir="5400000">
              <a:srgbClr val="1A1A1A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526280" y="2624328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/home/claude/deck/icons/check_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9981" y="2698029"/>
            <a:ext cx="419527" cy="41952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526280" y="338328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Registrar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4526280" y="3749040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6F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guarda fecha, hora y evita registros duplicados.</a:t>
            </a:r>
            <a:endParaRPr lang="en-US" sz="1100" dirty="0"/>
          </a:p>
        </p:txBody>
      </p:sp>
      <p:pic>
        <p:nvPicPr>
          <p:cNvPr id="18" name="Image 3" descr="/home/claude/deck/icons/chevronright_gre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7808" y="3584448"/>
            <a:ext cx="237744" cy="237744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7955280" y="2331720"/>
            <a:ext cx="3246120" cy="2743200"/>
          </a:xfrm>
          <a:prstGeom prst="roundRect">
            <a:avLst>
              <a:gd name="adj" fmla="val 4000"/>
            </a:avLst>
          </a:prstGeom>
          <a:solidFill>
            <a:srgbClr val="F5F6F4"/>
          </a:solidFill>
          <a:ln/>
          <a:effectLst>
            <a:outerShdw sx="100000" sy="100000" kx="0" ky="0" algn="bl" rotWithShape="0" blurRad="101600" dist="25400" dir="5400000">
              <a:srgbClr val="1A1A1A">
                <a:alpha val="12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8229600" y="2624328"/>
            <a:ext cx="566928" cy="566928"/>
          </a:xfrm>
          <a:prstGeom prst="ellipse">
            <a:avLst/>
          </a:prstGeom>
          <a:solidFill>
            <a:srgbClr val="39A900"/>
          </a:solidFill>
          <a:ln/>
        </p:spPr>
      </p:sp>
      <p:pic>
        <p:nvPicPr>
          <p:cNvPr id="21" name="Image 4" descr="/home/claude/deck/icons/barchart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3301" y="2698029"/>
            <a:ext cx="419527" cy="419527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229600" y="338328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2F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Consultar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8229600" y="3749040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instructor revisa listas y reportes en tiempo real.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548640" y="53492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continuacion, cada pantalla del sistema, pensada para ser clara, rapida y facil de usar.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471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8A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ASISTENCIA SENA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155680" y="65471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8A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5257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20" kern="0" dirty="0">
                <a:solidFill>
                  <a:srgbClr val="39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01 · ACCESO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5257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2E2F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Portada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517904"/>
            <a:ext cx="5257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Presentar la identidad del sistema y dar acceso rapido a la aplicacion al abrirla.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2212848"/>
            <a:ext cx="5257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10" kern="0" dirty="0">
                <a:solidFill>
                  <a:srgbClr val="8A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PRINCIPALES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2505456"/>
            <a:ext cx="292608" cy="292608"/>
          </a:xfrm>
          <a:prstGeom prst="ellipse">
            <a:avLst/>
          </a:prstGeom>
          <a:solidFill>
            <a:srgbClr val="E7F3DB"/>
          </a:solidFill>
          <a:ln/>
        </p:spPr>
      </p:sp>
      <p:pic>
        <p:nvPicPr>
          <p:cNvPr id="9" name="Image 0" descr="/home/claude/deck/icons/shield_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679" y="2543495"/>
            <a:ext cx="216530" cy="21653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69264" y="2505456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E2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e identidad institucional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953512"/>
            <a:ext cx="292608" cy="292608"/>
          </a:xfrm>
          <a:prstGeom prst="ellipse">
            <a:avLst/>
          </a:prstGeom>
          <a:solidFill>
            <a:srgbClr val="E7F3DB"/>
          </a:solidFill>
          <a:ln/>
        </p:spPr>
      </p:sp>
      <p:pic>
        <p:nvPicPr>
          <p:cNvPr id="12" name="Image 1" descr="/home/claude/deck/icons/smartphone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679" y="2991551"/>
            <a:ext cx="216530" cy="21653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69264" y="2953512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E2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 la aplicacion y eslogan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548640" y="3474720"/>
            <a:ext cx="5257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10" kern="0" dirty="0">
                <a:solidFill>
                  <a:srgbClr val="8A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BOTONES IMPORTANTES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548640" y="3767328"/>
            <a:ext cx="1673352" cy="365760"/>
          </a:xfrm>
          <a:prstGeom prst="roundRect">
            <a:avLst>
              <a:gd name="adj" fmla="val 50000"/>
            </a:avLst>
          </a:prstGeom>
          <a:solidFill>
            <a:srgbClr val="39A900"/>
          </a:solidFill>
          <a:ln/>
        </p:spPr>
      </p:sp>
      <p:sp>
        <p:nvSpPr>
          <p:cNvPr id="16" name="Text 12"/>
          <p:cNvSpPr/>
          <p:nvPr/>
        </p:nvSpPr>
        <p:spPr>
          <a:xfrm>
            <a:off x="548640" y="3767328"/>
            <a:ext cx="167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Ingresar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548640" y="4370832"/>
            <a:ext cx="5257800" cy="2011680"/>
          </a:xfrm>
          <a:prstGeom prst="roundRect">
            <a:avLst>
              <a:gd name="adj" fmla="val 4545"/>
            </a:avLst>
          </a:prstGeom>
          <a:solidFill>
            <a:srgbClr val="E7F3DB"/>
          </a:solidFill>
          <a:ln/>
        </p:spPr>
      </p:sp>
      <p:sp>
        <p:nvSpPr>
          <p:cNvPr id="18" name="Shape 14"/>
          <p:cNvSpPr/>
          <p:nvPr/>
        </p:nvSpPr>
        <p:spPr>
          <a:xfrm>
            <a:off x="731520" y="5202936"/>
            <a:ext cx="347472" cy="347472"/>
          </a:xfrm>
          <a:prstGeom prst="ellipse">
            <a:avLst/>
          </a:prstGeom>
          <a:solidFill>
            <a:srgbClr val="39A900"/>
          </a:solidFill>
          <a:ln/>
        </p:spPr>
      </p:sp>
      <p:pic>
        <p:nvPicPr>
          <p:cNvPr id="19" name="Image 2" descr="/home/claude/deck/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691" y="5248107"/>
            <a:ext cx="257129" cy="257129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207008" y="4498848"/>
            <a:ext cx="4434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1F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 PARA EL USUARIO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1207008" y="4681728"/>
            <a:ext cx="443484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2E2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reconoce de inmediato que esta en un sistema confiable y oficial del SENA.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7658100" y="800100"/>
            <a:ext cx="2606040" cy="5394960"/>
          </a:xfrm>
          <a:prstGeom prst="roundRect">
            <a:avLst>
              <a:gd name="adj" fmla="val 9825"/>
            </a:avLst>
          </a:prstGeom>
          <a:solidFill>
            <a:srgbClr val="2E2F30"/>
          </a:solidFill>
          <a:ln/>
          <a:effectLst>
            <a:outerShdw sx="100000" sy="100000" kx="0" ky="0" algn="bl" rotWithShape="0" blurRad="127000" dist="38100" dir="5400000">
              <a:srgbClr val="1A1A1A">
                <a:alpha val="3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740396" y="915314"/>
            <a:ext cx="2441448" cy="5197450"/>
          </a:xfrm>
          <a:prstGeom prst="roundRect">
            <a:avLst>
              <a:gd name="adj" fmla="val 7491"/>
            </a:avLst>
          </a:prstGeom>
          <a:solidFill>
            <a:srgbClr val="F5F6F4"/>
          </a:solidFill>
          <a:ln/>
        </p:spPr>
      </p:sp>
      <p:sp>
        <p:nvSpPr>
          <p:cNvPr id="24" name="Text 19"/>
          <p:cNvSpPr/>
          <p:nvPr/>
        </p:nvSpPr>
        <p:spPr>
          <a:xfrm>
            <a:off x="7868412" y="97017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E2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</a:t>
            </a:r>
            <a:endParaRPr lang="en-US" sz="800" dirty="0"/>
          </a:p>
        </p:txBody>
      </p:sp>
      <p:pic>
        <p:nvPicPr>
          <p:cNvPr id="25" name="Image 3" descr="/home/claude/deck/icons/wifi_gra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4644" y="979322"/>
            <a:ext cx="128016" cy="128016"/>
          </a:xfrm>
          <a:prstGeom prst="rect">
            <a:avLst/>
          </a:prstGeom>
        </p:spPr>
      </p:pic>
      <p:pic>
        <p:nvPicPr>
          <p:cNvPr id="26" name="Image 4" descr="/home/claude/deck/icons/battery_gra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89236" y="970178"/>
            <a:ext cx="182880" cy="146304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8641080" y="6067044"/>
            <a:ext cx="640080" cy="41148"/>
          </a:xfrm>
          <a:prstGeom prst="roundRect">
            <a:avLst>
              <a:gd name="adj" fmla="val 44444"/>
            </a:avLst>
          </a:prstGeom>
          <a:solidFill>
            <a:srgbClr val="9AA09A"/>
          </a:solidFill>
          <a:ln/>
        </p:spPr>
      </p:sp>
      <p:sp>
        <p:nvSpPr>
          <p:cNvPr id="28" name="Shape 21"/>
          <p:cNvSpPr/>
          <p:nvPr/>
        </p:nvSpPr>
        <p:spPr>
          <a:xfrm>
            <a:off x="8503920" y="2030882"/>
            <a:ext cx="914400" cy="914400"/>
          </a:xfrm>
          <a:prstGeom prst="ellipse">
            <a:avLst/>
          </a:prstGeom>
          <a:solidFill>
            <a:srgbClr val="39A900"/>
          </a:solidFill>
          <a:ln/>
        </p:spPr>
      </p:sp>
      <p:pic>
        <p:nvPicPr>
          <p:cNvPr id="29" name="Image 5" descr="/home/claude/deck/icons/shield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05088" y="2286914"/>
            <a:ext cx="512064" cy="512064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7886700" y="317388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2F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AsistenciaSENA</a:t>
            </a:r>
            <a:endParaRPr lang="en-US" sz="1500" dirty="0"/>
          </a:p>
        </p:txBody>
      </p:sp>
      <p:sp>
        <p:nvSpPr>
          <p:cNvPr id="31" name="Text 23"/>
          <p:cNvSpPr/>
          <p:nvPr/>
        </p:nvSpPr>
        <p:spPr>
          <a:xfrm>
            <a:off x="7886700" y="349392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A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asistencia con codigo QR</a:t>
            </a:r>
            <a:endParaRPr lang="en-US" sz="850" dirty="0"/>
          </a:p>
        </p:txBody>
      </p:sp>
      <p:sp>
        <p:nvSpPr>
          <p:cNvPr id="32" name="Shape 24"/>
          <p:cNvSpPr/>
          <p:nvPr/>
        </p:nvSpPr>
        <p:spPr>
          <a:xfrm>
            <a:off x="8275320" y="5225796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39A900"/>
          </a:solidFill>
          <a:ln/>
        </p:spPr>
      </p:sp>
      <p:sp>
        <p:nvSpPr>
          <p:cNvPr id="33" name="Text 25"/>
          <p:cNvSpPr/>
          <p:nvPr/>
        </p:nvSpPr>
        <p:spPr>
          <a:xfrm>
            <a:off x="8275320" y="522579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Ingresar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8833104" y="4860036"/>
            <a:ext cx="54864" cy="54864"/>
          </a:xfrm>
          <a:prstGeom prst="ellipse">
            <a:avLst/>
          </a:prstGeom>
          <a:solidFill>
            <a:srgbClr val="39A900"/>
          </a:solidFill>
          <a:ln/>
        </p:spPr>
      </p:sp>
      <p:sp>
        <p:nvSpPr>
          <p:cNvPr id="35" name="Shape 27"/>
          <p:cNvSpPr/>
          <p:nvPr/>
        </p:nvSpPr>
        <p:spPr>
          <a:xfrm>
            <a:off x="8961120" y="4860036"/>
            <a:ext cx="54864" cy="54864"/>
          </a:xfrm>
          <a:prstGeom prst="ellipse">
            <a:avLst/>
          </a:prstGeom>
          <a:solidFill>
            <a:srgbClr val="D9DCD8"/>
          </a:solidFill>
          <a:ln/>
        </p:spPr>
      </p:sp>
      <p:sp>
        <p:nvSpPr>
          <p:cNvPr id="36" name="Shape 28"/>
          <p:cNvSpPr/>
          <p:nvPr/>
        </p:nvSpPr>
        <p:spPr>
          <a:xfrm>
            <a:off x="9089136" y="4860036"/>
            <a:ext cx="54864" cy="54864"/>
          </a:xfrm>
          <a:prstGeom prst="ellipse">
            <a:avLst/>
          </a:prstGeom>
          <a:solidFill>
            <a:srgbClr val="D9DCD8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471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8A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ASISTENCIA SENA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155680" y="65471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8A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5257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20" kern="0" dirty="0">
                <a:solidFill>
                  <a:srgbClr val="39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02 · ACCESO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5257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2E2F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Inicio de sesion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517904"/>
            <a:ext cx="5257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Permitir el ingreso seguro de aprendices e instructores con su cuenta institucional.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2212848"/>
            <a:ext cx="5257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10" kern="0" dirty="0">
                <a:solidFill>
                  <a:srgbClr val="8A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PRINCIPALES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2505456"/>
            <a:ext cx="292608" cy="292608"/>
          </a:xfrm>
          <a:prstGeom prst="ellipse">
            <a:avLst/>
          </a:prstGeom>
          <a:solidFill>
            <a:srgbClr val="E7F3DB"/>
          </a:solidFill>
          <a:ln/>
        </p:spPr>
      </p:sp>
      <p:pic>
        <p:nvPicPr>
          <p:cNvPr id="9" name="Image 0" descr="/home/claude/deck/icons/user_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679" y="2543495"/>
            <a:ext cx="216530" cy="21653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69264" y="2505456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E2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numero de documento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953512"/>
            <a:ext cx="292608" cy="292608"/>
          </a:xfrm>
          <a:prstGeom prst="ellipse">
            <a:avLst/>
          </a:prstGeom>
          <a:solidFill>
            <a:srgbClr val="E7F3DB"/>
          </a:solidFill>
          <a:ln/>
        </p:spPr>
      </p:sp>
      <p:pic>
        <p:nvPicPr>
          <p:cNvPr id="12" name="Image 1" descr="/home/claude/deck/icons/lock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679" y="2991551"/>
            <a:ext cx="216530" cy="21653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69264" y="2953512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E2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contrasena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401568"/>
            <a:ext cx="292608" cy="292608"/>
          </a:xfrm>
          <a:prstGeom prst="ellipse">
            <a:avLst/>
          </a:prstGeom>
          <a:solidFill>
            <a:srgbClr val="E7F3DB"/>
          </a:solidFill>
          <a:ln/>
        </p:spPr>
      </p:sp>
      <p:pic>
        <p:nvPicPr>
          <p:cNvPr id="15" name="Image 2" descr="/home/claude/deck/icons/check_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679" y="3439607"/>
            <a:ext cx="216530" cy="21653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69264" y="3401568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E2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Enlace de recuperacion de acceso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548640" y="3922776"/>
            <a:ext cx="5257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10" kern="0" dirty="0">
                <a:solidFill>
                  <a:srgbClr val="8A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BOTONES IMPORTANTES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548640" y="4215384"/>
            <a:ext cx="2551176" cy="365760"/>
          </a:xfrm>
          <a:prstGeom prst="roundRect">
            <a:avLst>
              <a:gd name="adj" fmla="val 50000"/>
            </a:avLst>
          </a:prstGeom>
          <a:solidFill>
            <a:srgbClr val="39A900"/>
          </a:solidFill>
          <a:ln/>
        </p:spPr>
      </p:sp>
      <p:sp>
        <p:nvSpPr>
          <p:cNvPr id="19" name="Text 14"/>
          <p:cNvSpPr/>
          <p:nvPr/>
        </p:nvSpPr>
        <p:spPr>
          <a:xfrm>
            <a:off x="548640" y="4215384"/>
            <a:ext cx="2551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 sesion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48640" y="4818888"/>
            <a:ext cx="5257800" cy="1563624"/>
          </a:xfrm>
          <a:prstGeom prst="roundRect">
            <a:avLst>
              <a:gd name="adj" fmla="val 5848"/>
            </a:avLst>
          </a:prstGeom>
          <a:solidFill>
            <a:srgbClr val="E7F3DB"/>
          </a:solidFill>
          <a:ln/>
        </p:spPr>
      </p:sp>
      <p:sp>
        <p:nvSpPr>
          <p:cNvPr id="21" name="Shape 16"/>
          <p:cNvSpPr/>
          <p:nvPr/>
        </p:nvSpPr>
        <p:spPr>
          <a:xfrm>
            <a:off x="731520" y="5426964"/>
            <a:ext cx="347472" cy="347472"/>
          </a:xfrm>
          <a:prstGeom prst="ellipse">
            <a:avLst/>
          </a:prstGeom>
          <a:solidFill>
            <a:srgbClr val="39A900"/>
          </a:solidFill>
          <a:ln/>
        </p:spPr>
      </p:sp>
      <p:pic>
        <p:nvPicPr>
          <p:cNvPr id="22" name="Image 3" descr="/home/claude/deck/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691" y="5472135"/>
            <a:ext cx="257129" cy="257129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207008" y="4946904"/>
            <a:ext cx="4434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1F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 PARA EL USUARIO</a:t>
            </a:r>
            <a:endParaRPr lang="en-US" sz="850" dirty="0"/>
          </a:p>
        </p:txBody>
      </p:sp>
      <p:sp>
        <p:nvSpPr>
          <p:cNvPr id="24" name="Text 18"/>
          <p:cNvSpPr/>
          <p:nvPr/>
        </p:nvSpPr>
        <p:spPr>
          <a:xfrm>
            <a:off x="1207008" y="5129784"/>
            <a:ext cx="443484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2E2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simple y protegido: cada usuario ve unicamente su propia informacion.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7658100" y="800100"/>
            <a:ext cx="2606040" cy="5394960"/>
          </a:xfrm>
          <a:prstGeom prst="roundRect">
            <a:avLst>
              <a:gd name="adj" fmla="val 9825"/>
            </a:avLst>
          </a:prstGeom>
          <a:solidFill>
            <a:srgbClr val="2E2F30"/>
          </a:solidFill>
          <a:ln/>
          <a:effectLst>
            <a:outerShdw sx="100000" sy="100000" kx="0" ky="0" algn="bl" rotWithShape="0" blurRad="127000" dist="38100" dir="5400000">
              <a:srgbClr val="1A1A1A">
                <a:alpha val="3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7740396" y="915314"/>
            <a:ext cx="2441448" cy="5197450"/>
          </a:xfrm>
          <a:prstGeom prst="roundRect">
            <a:avLst>
              <a:gd name="adj" fmla="val 7491"/>
            </a:avLst>
          </a:prstGeom>
          <a:solidFill>
            <a:srgbClr val="F5F6F4"/>
          </a:solidFill>
          <a:ln/>
        </p:spPr>
      </p:sp>
      <p:sp>
        <p:nvSpPr>
          <p:cNvPr id="27" name="Text 21"/>
          <p:cNvSpPr/>
          <p:nvPr/>
        </p:nvSpPr>
        <p:spPr>
          <a:xfrm>
            <a:off x="7868412" y="97017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E2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</a:t>
            </a:r>
            <a:endParaRPr lang="en-US" sz="800" dirty="0"/>
          </a:p>
        </p:txBody>
      </p:sp>
      <p:pic>
        <p:nvPicPr>
          <p:cNvPr id="28" name="Image 4" descr="/home/claude/deck/icons/wifi_gra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24644" y="979322"/>
            <a:ext cx="128016" cy="128016"/>
          </a:xfrm>
          <a:prstGeom prst="rect">
            <a:avLst/>
          </a:prstGeom>
        </p:spPr>
      </p:pic>
      <p:pic>
        <p:nvPicPr>
          <p:cNvPr id="29" name="Image 5" descr="/home/claude/deck/icons/battery_gra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89236" y="970178"/>
            <a:ext cx="182880" cy="146304"/>
          </a:xfrm>
          <a:prstGeom prst="rect">
            <a:avLst/>
          </a:prstGeom>
        </p:spPr>
      </p:pic>
      <p:sp>
        <p:nvSpPr>
          <p:cNvPr id="30" name="Shape 22"/>
          <p:cNvSpPr/>
          <p:nvPr/>
        </p:nvSpPr>
        <p:spPr>
          <a:xfrm>
            <a:off x="8641080" y="6067044"/>
            <a:ext cx="640080" cy="41148"/>
          </a:xfrm>
          <a:prstGeom prst="roundRect">
            <a:avLst>
              <a:gd name="adj" fmla="val 44444"/>
            </a:avLst>
          </a:prstGeom>
          <a:solidFill>
            <a:srgbClr val="9AA09A"/>
          </a:solidFill>
          <a:ln/>
        </p:spPr>
      </p:sp>
      <p:sp>
        <p:nvSpPr>
          <p:cNvPr id="31" name="Shape 23"/>
          <p:cNvSpPr/>
          <p:nvPr/>
        </p:nvSpPr>
        <p:spPr>
          <a:xfrm>
            <a:off x="8705088" y="1299362"/>
            <a:ext cx="512064" cy="512064"/>
          </a:xfrm>
          <a:prstGeom prst="ellipse">
            <a:avLst/>
          </a:prstGeom>
          <a:solidFill>
            <a:srgbClr val="E7F3DB"/>
          </a:solidFill>
          <a:ln/>
        </p:spPr>
      </p:sp>
      <p:pic>
        <p:nvPicPr>
          <p:cNvPr id="32" name="Image 6" descr="/home/claude/deck/icons/lock_gree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42248" y="1436522"/>
            <a:ext cx="237744" cy="237744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7886700" y="192115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2F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Bienvenido</a:t>
            </a:r>
            <a:endParaRPr lang="en-US" sz="1400" dirty="0"/>
          </a:p>
        </p:txBody>
      </p:sp>
      <p:sp>
        <p:nvSpPr>
          <p:cNvPr id="34" name="Text 25"/>
          <p:cNvSpPr/>
          <p:nvPr/>
        </p:nvSpPr>
        <p:spPr>
          <a:xfrm>
            <a:off x="7886700" y="2168042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Ingresa con tu cuenta SENA</a:t>
            </a:r>
            <a:endParaRPr lang="en-US" sz="800" dirty="0"/>
          </a:p>
        </p:txBody>
      </p:sp>
      <p:sp>
        <p:nvSpPr>
          <p:cNvPr id="35" name="Text 26"/>
          <p:cNvSpPr/>
          <p:nvPr/>
        </p:nvSpPr>
        <p:spPr>
          <a:xfrm>
            <a:off x="7932420" y="2579522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NUMERO DE DOCUMENTO</a:t>
            </a:r>
            <a:endParaRPr lang="en-US" sz="750" dirty="0"/>
          </a:p>
        </p:txBody>
      </p:sp>
      <p:sp>
        <p:nvSpPr>
          <p:cNvPr id="36" name="Shape 27"/>
          <p:cNvSpPr/>
          <p:nvPr/>
        </p:nvSpPr>
        <p:spPr>
          <a:xfrm>
            <a:off x="7932420" y="2762402"/>
            <a:ext cx="205740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ADDD9"/>
            </a:solidFill>
            <a:prstDash val="solid"/>
          </a:ln>
        </p:spPr>
      </p:sp>
      <p:sp>
        <p:nvSpPr>
          <p:cNvPr id="37" name="Text 28"/>
          <p:cNvSpPr/>
          <p:nvPr/>
        </p:nvSpPr>
        <p:spPr>
          <a:xfrm>
            <a:off x="7932420" y="3201314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CONTRASENA</a:t>
            </a:r>
            <a:endParaRPr lang="en-US" sz="750" dirty="0"/>
          </a:p>
        </p:txBody>
      </p:sp>
      <p:sp>
        <p:nvSpPr>
          <p:cNvPr id="38" name="Shape 29"/>
          <p:cNvSpPr/>
          <p:nvPr/>
        </p:nvSpPr>
        <p:spPr>
          <a:xfrm>
            <a:off x="7932420" y="3384194"/>
            <a:ext cx="205740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ADDD9"/>
            </a:solidFill>
            <a:prstDash val="solid"/>
          </a:ln>
        </p:spPr>
      </p:sp>
      <p:sp>
        <p:nvSpPr>
          <p:cNvPr id="39" name="Shape 30"/>
          <p:cNvSpPr/>
          <p:nvPr/>
        </p:nvSpPr>
        <p:spPr>
          <a:xfrm>
            <a:off x="7932420" y="3887114"/>
            <a:ext cx="2057400" cy="384048"/>
          </a:xfrm>
          <a:prstGeom prst="roundRect">
            <a:avLst>
              <a:gd name="adj" fmla="val 19048"/>
            </a:avLst>
          </a:prstGeom>
          <a:solidFill>
            <a:srgbClr val="39A900"/>
          </a:solidFill>
          <a:ln/>
        </p:spPr>
      </p:sp>
      <p:sp>
        <p:nvSpPr>
          <p:cNvPr id="40" name="Text 31"/>
          <p:cNvSpPr/>
          <p:nvPr/>
        </p:nvSpPr>
        <p:spPr>
          <a:xfrm>
            <a:off x="7932420" y="3887114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 sesion</a:t>
            </a:r>
            <a:endParaRPr lang="en-US" sz="1050" dirty="0"/>
          </a:p>
        </p:txBody>
      </p:sp>
      <p:sp>
        <p:nvSpPr>
          <p:cNvPr id="41" name="Text 32"/>
          <p:cNvSpPr/>
          <p:nvPr/>
        </p:nvSpPr>
        <p:spPr>
          <a:xfrm>
            <a:off x="7886700" y="4417466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9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Olvidaste tu contrasena?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471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8A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ASISTENCIA SENA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155680" y="65471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8A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5257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20" kern="0" dirty="0">
                <a:solidFill>
                  <a:srgbClr val="39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03 · INSTRUCTOR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5257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2E2F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del Instructor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517904"/>
            <a:ext cx="5257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 al instructor una vista general del estado de asistencia de sus fichas.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2212848"/>
            <a:ext cx="5257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10" kern="0" dirty="0">
                <a:solidFill>
                  <a:srgbClr val="8A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PRINCIPALES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2505456"/>
            <a:ext cx="292608" cy="292608"/>
          </a:xfrm>
          <a:prstGeom prst="ellipse">
            <a:avLst/>
          </a:prstGeom>
          <a:solidFill>
            <a:srgbClr val="E7F3DB"/>
          </a:solidFill>
          <a:ln/>
        </p:spPr>
      </p:sp>
      <p:pic>
        <p:nvPicPr>
          <p:cNvPr id="9" name="Image 0" descr="/home/claude/deck/icons/users_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679" y="2543495"/>
            <a:ext cx="216530" cy="21653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69264" y="2505456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E2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de aprendices y asistencia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953512"/>
            <a:ext cx="292608" cy="292608"/>
          </a:xfrm>
          <a:prstGeom prst="ellipse">
            <a:avLst/>
          </a:prstGeom>
          <a:solidFill>
            <a:srgbClr val="E7F3DB"/>
          </a:solidFill>
          <a:ln/>
        </p:spPr>
      </p:sp>
      <p:pic>
        <p:nvPicPr>
          <p:cNvPr id="12" name="Image 1" descr="/home/claude/deck/icons/folder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679" y="2991551"/>
            <a:ext cx="216530" cy="21653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69264" y="2953512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E2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por ficha activa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401568"/>
            <a:ext cx="292608" cy="292608"/>
          </a:xfrm>
          <a:prstGeom prst="ellipse">
            <a:avLst/>
          </a:prstGeom>
          <a:solidFill>
            <a:srgbClr val="E7F3DB"/>
          </a:solidFill>
          <a:ln/>
        </p:spPr>
      </p:sp>
      <p:pic>
        <p:nvPicPr>
          <p:cNvPr id="15" name="Image 2" descr="/home/claude/deck/icons/grid_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679" y="3439607"/>
            <a:ext cx="216530" cy="21653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69264" y="3401568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E2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lateral de navegacion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548640" y="3922776"/>
            <a:ext cx="5257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10" kern="0" dirty="0">
                <a:solidFill>
                  <a:srgbClr val="8A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BOTONES IMPORTANTES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548640" y="4215384"/>
            <a:ext cx="1819656" cy="365760"/>
          </a:xfrm>
          <a:prstGeom prst="roundRect">
            <a:avLst>
              <a:gd name="adj" fmla="val 50000"/>
            </a:avLst>
          </a:prstGeom>
          <a:solidFill>
            <a:srgbClr val="39A900"/>
          </a:solidFill>
          <a:ln/>
        </p:spPr>
      </p:sp>
      <p:sp>
        <p:nvSpPr>
          <p:cNvPr id="19" name="Text 14"/>
          <p:cNvSpPr/>
          <p:nvPr/>
        </p:nvSpPr>
        <p:spPr>
          <a:xfrm>
            <a:off x="548640" y="4215384"/>
            <a:ext cx="1819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ficha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2532888" y="4215384"/>
            <a:ext cx="269748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39A900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2532888" y="421538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9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reporte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548640" y="4818888"/>
            <a:ext cx="5257800" cy="1563624"/>
          </a:xfrm>
          <a:prstGeom prst="roundRect">
            <a:avLst>
              <a:gd name="adj" fmla="val 5848"/>
            </a:avLst>
          </a:prstGeom>
          <a:solidFill>
            <a:srgbClr val="E7F3DB"/>
          </a:solidFill>
          <a:ln/>
        </p:spPr>
      </p:sp>
      <p:sp>
        <p:nvSpPr>
          <p:cNvPr id="23" name="Shape 18"/>
          <p:cNvSpPr/>
          <p:nvPr/>
        </p:nvSpPr>
        <p:spPr>
          <a:xfrm>
            <a:off x="731520" y="5426964"/>
            <a:ext cx="347472" cy="347472"/>
          </a:xfrm>
          <a:prstGeom prst="ellipse">
            <a:avLst/>
          </a:prstGeom>
          <a:solidFill>
            <a:srgbClr val="39A900"/>
          </a:solidFill>
          <a:ln/>
        </p:spPr>
      </p:sp>
      <p:pic>
        <p:nvPicPr>
          <p:cNvPr id="24" name="Image 3" descr="/home/claude/deck/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691" y="5472135"/>
            <a:ext cx="257129" cy="257129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207008" y="4946904"/>
            <a:ext cx="4434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1F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 PARA EL USUARIO</a:t>
            </a:r>
            <a:endParaRPr lang="en-US" sz="850" dirty="0"/>
          </a:p>
        </p:txBody>
      </p:sp>
      <p:sp>
        <p:nvSpPr>
          <p:cNvPr id="26" name="Text 20"/>
          <p:cNvSpPr/>
          <p:nvPr/>
        </p:nvSpPr>
        <p:spPr>
          <a:xfrm>
            <a:off x="1207008" y="5129784"/>
            <a:ext cx="443484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2E2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instructor ahorra minutos de clase y toma decisiones con datos claros al instante.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6309360" y="1645920"/>
            <a:ext cx="5303520" cy="37033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ADDD9"/>
            </a:solidFill>
            <a:prstDash val="solid"/>
          </a:ln>
          <a:effectLst>
            <a:outerShdw sx="100000" sy="100000" kx="0" ky="0" algn="bl" rotWithShape="0" blurRad="152400" dist="38100" dir="5400000">
              <a:srgbClr val="1A1A1A">
                <a:alpha val="22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309360" y="1645920"/>
            <a:ext cx="5303520" cy="448056"/>
          </a:xfrm>
          <a:prstGeom prst="roundRect">
            <a:avLst>
              <a:gd name="adj" fmla="val 18367"/>
            </a:avLst>
          </a:prstGeom>
          <a:solidFill>
            <a:srgbClr val="ECEEEA"/>
          </a:solidFill>
          <a:ln/>
        </p:spPr>
      </p:sp>
      <p:sp>
        <p:nvSpPr>
          <p:cNvPr id="29" name="Shape 23"/>
          <p:cNvSpPr/>
          <p:nvPr/>
        </p:nvSpPr>
        <p:spPr>
          <a:xfrm>
            <a:off x="6309360" y="1993392"/>
            <a:ext cx="5303520" cy="100584"/>
          </a:xfrm>
          <a:prstGeom prst="rect">
            <a:avLst/>
          </a:prstGeom>
          <a:solidFill>
            <a:srgbClr val="ECEEEA"/>
          </a:solidFill>
          <a:ln/>
        </p:spPr>
      </p:sp>
      <p:sp>
        <p:nvSpPr>
          <p:cNvPr id="30" name="Shape 24"/>
          <p:cNvSpPr/>
          <p:nvPr/>
        </p:nvSpPr>
        <p:spPr>
          <a:xfrm>
            <a:off x="6473952" y="1778508"/>
            <a:ext cx="100584" cy="100584"/>
          </a:xfrm>
          <a:prstGeom prst="ellipse">
            <a:avLst/>
          </a:prstGeom>
          <a:solidFill>
            <a:srgbClr val="E4695C"/>
          </a:solidFill>
          <a:ln/>
        </p:spPr>
      </p:sp>
      <p:sp>
        <p:nvSpPr>
          <p:cNvPr id="31" name="Shape 25"/>
          <p:cNvSpPr/>
          <p:nvPr/>
        </p:nvSpPr>
        <p:spPr>
          <a:xfrm>
            <a:off x="6675120" y="1778508"/>
            <a:ext cx="100584" cy="100584"/>
          </a:xfrm>
          <a:prstGeom prst="ellipse">
            <a:avLst/>
          </a:prstGeom>
          <a:solidFill>
            <a:srgbClr val="E8B23A"/>
          </a:solidFill>
          <a:ln/>
        </p:spPr>
      </p:sp>
      <p:sp>
        <p:nvSpPr>
          <p:cNvPr id="32" name="Shape 26"/>
          <p:cNvSpPr/>
          <p:nvPr/>
        </p:nvSpPr>
        <p:spPr>
          <a:xfrm>
            <a:off x="6876288" y="1778508"/>
            <a:ext cx="100584" cy="100584"/>
          </a:xfrm>
          <a:prstGeom prst="ellipse">
            <a:avLst/>
          </a:prstGeom>
          <a:solidFill>
            <a:srgbClr val="3FB94F"/>
          </a:solidFill>
          <a:ln/>
        </p:spPr>
      </p:sp>
      <p:sp>
        <p:nvSpPr>
          <p:cNvPr id="33" name="Shape 27"/>
          <p:cNvSpPr/>
          <p:nvPr/>
        </p:nvSpPr>
        <p:spPr>
          <a:xfrm>
            <a:off x="7178040" y="1728216"/>
            <a:ext cx="4114800" cy="201168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9525">
            <a:solidFill>
              <a:srgbClr val="D9DCD8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7296912" y="172821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asistencia.sena.edu.co</a:t>
            </a:r>
            <a:endParaRPr lang="en-US" sz="800" dirty="0"/>
          </a:p>
        </p:txBody>
      </p:sp>
      <p:sp>
        <p:nvSpPr>
          <p:cNvPr id="35" name="Shape 29"/>
          <p:cNvSpPr/>
          <p:nvPr/>
        </p:nvSpPr>
        <p:spPr>
          <a:xfrm>
            <a:off x="6510528" y="2203704"/>
            <a:ext cx="4901184" cy="384048"/>
          </a:xfrm>
          <a:prstGeom prst="rect">
            <a:avLst/>
          </a:prstGeom>
          <a:solidFill>
            <a:srgbClr val="1F5C00"/>
          </a:solidFill>
          <a:ln/>
        </p:spPr>
      </p:sp>
      <p:sp>
        <p:nvSpPr>
          <p:cNvPr id="36" name="Text 30"/>
          <p:cNvSpPr/>
          <p:nvPr/>
        </p:nvSpPr>
        <p:spPr>
          <a:xfrm>
            <a:off x="6711696" y="2203704"/>
            <a:ext cx="294071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Panel del instructor</a:t>
            </a:r>
            <a:endParaRPr lang="en-US" sz="1100" dirty="0"/>
          </a:p>
        </p:txBody>
      </p:sp>
      <p:sp>
        <p:nvSpPr>
          <p:cNvPr id="37" name="Shape 31"/>
          <p:cNvSpPr/>
          <p:nvPr/>
        </p:nvSpPr>
        <p:spPr>
          <a:xfrm>
            <a:off x="10954512" y="2276856"/>
            <a:ext cx="237744" cy="23774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8" name="Image 4" descr="/home/claude/deck/icons/user_gree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09376" y="2331720"/>
            <a:ext cx="128016" cy="128016"/>
          </a:xfrm>
          <a:prstGeom prst="rect">
            <a:avLst/>
          </a:prstGeom>
        </p:spPr>
      </p:pic>
      <p:sp>
        <p:nvSpPr>
          <p:cNvPr id="39" name="Shape 32"/>
          <p:cNvSpPr/>
          <p:nvPr/>
        </p:nvSpPr>
        <p:spPr>
          <a:xfrm>
            <a:off x="6510528" y="2587752"/>
            <a:ext cx="502920" cy="2596896"/>
          </a:xfrm>
          <a:prstGeom prst="rect">
            <a:avLst/>
          </a:prstGeom>
          <a:solidFill>
            <a:srgbClr val="2E2F30"/>
          </a:solidFill>
          <a:ln/>
        </p:spPr>
      </p:sp>
      <p:sp>
        <p:nvSpPr>
          <p:cNvPr id="40" name="Shape 33"/>
          <p:cNvSpPr/>
          <p:nvPr/>
        </p:nvSpPr>
        <p:spPr>
          <a:xfrm>
            <a:off x="6583680" y="2734056"/>
            <a:ext cx="356616" cy="329184"/>
          </a:xfrm>
          <a:prstGeom prst="roundRect">
            <a:avLst>
              <a:gd name="adj" fmla="val 16667"/>
            </a:avLst>
          </a:prstGeom>
          <a:solidFill>
            <a:srgbClr val="39A900"/>
          </a:solidFill>
          <a:ln/>
        </p:spPr>
      </p:sp>
      <p:pic>
        <p:nvPicPr>
          <p:cNvPr id="41" name="Image 5" descr="/home/claude/deck/icons/grid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1404" y="2788920"/>
            <a:ext cx="201168" cy="201168"/>
          </a:xfrm>
          <a:prstGeom prst="rect">
            <a:avLst/>
          </a:prstGeom>
        </p:spPr>
      </p:pic>
      <p:pic>
        <p:nvPicPr>
          <p:cNvPr id="42" name="Image 6" descr="/home/claude/deck/icons/users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61404" y="3246120"/>
            <a:ext cx="201168" cy="201168"/>
          </a:xfrm>
          <a:prstGeom prst="rect">
            <a:avLst/>
          </a:prstGeom>
        </p:spPr>
      </p:pic>
      <p:pic>
        <p:nvPicPr>
          <p:cNvPr id="43" name="Image 7" descr="/home/claude/deck/icons/folder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61404" y="3703320"/>
            <a:ext cx="201168" cy="201168"/>
          </a:xfrm>
          <a:prstGeom prst="rect">
            <a:avLst/>
          </a:prstGeom>
        </p:spPr>
      </p:pic>
      <p:pic>
        <p:nvPicPr>
          <p:cNvPr id="44" name="Image 8" descr="/home/claude/deck/icons/barchart_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61404" y="4160520"/>
            <a:ext cx="201168" cy="201168"/>
          </a:xfrm>
          <a:prstGeom prst="rect">
            <a:avLst/>
          </a:prstGeom>
        </p:spPr>
      </p:pic>
      <p:pic>
        <p:nvPicPr>
          <p:cNvPr id="45" name="Image 9" descr="/home/claude/deck/icons/settings_whit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61404" y="4617720"/>
            <a:ext cx="201168" cy="201168"/>
          </a:xfrm>
          <a:prstGeom prst="rect">
            <a:avLst/>
          </a:prstGeom>
        </p:spPr>
      </p:pic>
      <p:sp>
        <p:nvSpPr>
          <p:cNvPr id="46" name="Shape 34"/>
          <p:cNvSpPr/>
          <p:nvPr/>
        </p:nvSpPr>
        <p:spPr>
          <a:xfrm>
            <a:off x="7159752" y="2734056"/>
            <a:ext cx="132588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9525">
            <a:solidFill>
              <a:srgbClr val="DADDD9"/>
            </a:solidFill>
            <a:prstDash val="solid"/>
          </a:ln>
        </p:spPr>
      </p:sp>
      <p:pic>
        <p:nvPicPr>
          <p:cNvPr id="47" name="Image 10" descr="/home/claude/deck/icons/users_green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87768" y="2843784"/>
            <a:ext cx="201168" cy="201168"/>
          </a:xfrm>
          <a:prstGeom prst="rect">
            <a:avLst/>
          </a:prstGeom>
        </p:spPr>
      </p:pic>
      <p:sp>
        <p:nvSpPr>
          <p:cNvPr id="48" name="Text 35"/>
          <p:cNvSpPr/>
          <p:nvPr/>
        </p:nvSpPr>
        <p:spPr>
          <a:xfrm>
            <a:off x="7287768" y="3099816"/>
            <a:ext cx="1069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E2F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132</a:t>
            </a:r>
            <a:endParaRPr lang="en-US" sz="1700" dirty="0"/>
          </a:p>
        </p:txBody>
      </p:sp>
      <p:sp>
        <p:nvSpPr>
          <p:cNvPr id="49" name="Text 36"/>
          <p:cNvSpPr/>
          <p:nvPr/>
        </p:nvSpPr>
        <p:spPr>
          <a:xfrm>
            <a:off x="7287768" y="3099816"/>
            <a:ext cx="1069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A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Aprendices activos</a:t>
            </a:r>
            <a:endParaRPr lang="en-US" sz="750" dirty="0"/>
          </a:p>
        </p:txBody>
      </p:sp>
      <p:sp>
        <p:nvSpPr>
          <p:cNvPr id="50" name="Shape 37"/>
          <p:cNvSpPr/>
          <p:nvPr/>
        </p:nvSpPr>
        <p:spPr>
          <a:xfrm>
            <a:off x="8577072" y="2734056"/>
            <a:ext cx="132588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9525">
            <a:solidFill>
              <a:srgbClr val="DADDD9"/>
            </a:solidFill>
            <a:prstDash val="solid"/>
          </a:ln>
        </p:spPr>
      </p:sp>
      <p:pic>
        <p:nvPicPr>
          <p:cNvPr id="51" name="Image 11" descr="/home/claude/deck/icons/check_green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05088" y="2843784"/>
            <a:ext cx="201168" cy="201168"/>
          </a:xfrm>
          <a:prstGeom prst="rect">
            <a:avLst/>
          </a:prstGeom>
        </p:spPr>
      </p:pic>
      <p:sp>
        <p:nvSpPr>
          <p:cNvPr id="52" name="Text 38"/>
          <p:cNvSpPr/>
          <p:nvPr/>
        </p:nvSpPr>
        <p:spPr>
          <a:xfrm>
            <a:off x="8705088" y="3099816"/>
            <a:ext cx="1069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E2F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94%</a:t>
            </a:r>
            <a:endParaRPr lang="en-US" sz="1700" dirty="0"/>
          </a:p>
        </p:txBody>
      </p:sp>
      <p:sp>
        <p:nvSpPr>
          <p:cNvPr id="53" name="Text 39"/>
          <p:cNvSpPr/>
          <p:nvPr/>
        </p:nvSpPr>
        <p:spPr>
          <a:xfrm>
            <a:off x="8705088" y="3099816"/>
            <a:ext cx="1069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A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Asistencia de hoy</a:t>
            </a:r>
            <a:endParaRPr lang="en-US" sz="750" dirty="0"/>
          </a:p>
        </p:txBody>
      </p:sp>
      <p:sp>
        <p:nvSpPr>
          <p:cNvPr id="54" name="Shape 40"/>
          <p:cNvSpPr/>
          <p:nvPr/>
        </p:nvSpPr>
        <p:spPr>
          <a:xfrm>
            <a:off x="9994392" y="2734056"/>
            <a:ext cx="132588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9525">
            <a:solidFill>
              <a:srgbClr val="DADDD9"/>
            </a:solidFill>
            <a:prstDash val="solid"/>
          </a:ln>
        </p:spPr>
      </p:sp>
      <p:pic>
        <p:nvPicPr>
          <p:cNvPr id="55" name="Image 12" descr="/home/claude/deck/icons/folder_green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122408" y="2843784"/>
            <a:ext cx="201168" cy="201168"/>
          </a:xfrm>
          <a:prstGeom prst="rect">
            <a:avLst/>
          </a:prstGeom>
        </p:spPr>
      </p:pic>
      <p:sp>
        <p:nvSpPr>
          <p:cNvPr id="56" name="Text 41"/>
          <p:cNvSpPr/>
          <p:nvPr/>
        </p:nvSpPr>
        <p:spPr>
          <a:xfrm>
            <a:off x="10122408" y="3099816"/>
            <a:ext cx="1069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E2F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sp>
        <p:nvSpPr>
          <p:cNvPr id="57" name="Text 42"/>
          <p:cNvSpPr/>
          <p:nvPr/>
        </p:nvSpPr>
        <p:spPr>
          <a:xfrm>
            <a:off x="10122408" y="3099816"/>
            <a:ext cx="1069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A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Fichas activas</a:t>
            </a:r>
            <a:endParaRPr lang="en-US" sz="750" dirty="0"/>
          </a:p>
        </p:txBody>
      </p:sp>
      <p:sp>
        <p:nvSpPr>
          <p:cNvPr id="58" name="Text 43"/>
          <p:cNvSpPr/>
          <p:nvPr/>
        </p:nvSpPr>
        <p:spPr>
          <a:xfrm>
            <a:off x="7159752" y="3557016"/>
            <a:ext cx="4160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A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2830145 - hoy</a:t>
            </a:r>
            <a:endParaRPr lang="en-US" sz="800" dirty="0"/>
          </a:p>
        </p:txBody>
      </p:sp>
      <p:sp>
        <p:nvSpPr>
          <p:cNvPr id="59" name="Text 44"/>
          <p:cNvSpPr/>
          <p:nvPr/>
        </p:nvSpPr>
        <p:spPr>
          <a:xfrm>
            <a:off x="7214616" y="3794760"/>
            <a:ext cx="22882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E2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Camila Rojas</a:t>
            </a:r>
            <a:endParaRPr lang="en-US" sz="850" dirty="0"/>
          </a:p>
        </p:txBody>
      </p:sp>
      <p:sp>
        <p:nvSpPr>
          <p:cNvPr id="60" name="Shape 45"/>
          <p:cNvSpPr/>
          <p:nvPr/>
        </p:nvSpPr>
        <p:spPr>
          <a:xfrm>
            <a:off x="10360152" y="3813048"/>
            <a:ext cx="914400" cy="201168"/>
          </a:xfrm>
          <a:prstGeom prst="roundRect">
            <a:avLst>
              <a:gd name="adj" fmla="val 50000"/>
            </a:avLst>
          </a:prstGeom>
          <a:solidFill>
            <a:srgbClr val="D4EAC2"/>
          </a:solidFill>
          <a:ln/>
        </p:spPr>
      </p:sp>
      <p:sp>
        <p:nvSpPr>
          <p:cNvPr id="61" name="Text 46"/>
          <p:cNvSpPr/>
          <p:nvPr/>
        </p:nvSpPr>
        <p:spPr>
          <a:xfrm>
            <a:off x="10360152" y="38130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</a:t>
            </a:r>
            <a:endParaRPr lang="en-US" sz="750" dirty="0"/>
          </a:p>
        </p:txBody>
      </p:sp>
      <p:sp>
        <p:nvSpPr>
          <p:cNvPr id="62" name="Text 47"/>
          <p:cNvSpPr/>
          <p:nvPr/>
        </p:nvSpPr>
        <p:spPr>
          <a:xfrm>
            <a:off x="7214616" y="4069080"/>
            <a:ext cx="22882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E2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Julian Perez</a:t>
            </a:r>
            <a:endParaRPr lang="en-US" sz="850" dirty="0"/>
          </a:p>
        </p:txBody>
      </p:sp>
      <p:sp>
        <p:nvSpPr>
          <p:cNvPr id="63" name="Shape 48"/>
          <p:cNvSpPr/>
          <p:nvPr/>
        </p:nvSpPr>
        <p:spPr>
          <a:xfrm>
            <a:off x="10360152" y="4087368"/>
            <a:ext cx="914400" cy="201168"/>
          </a:xfrm>
          <a:prstGeom prst="roundRect">
            <a:avLst>
              <a:gd name="adj" fmla="val 50000"/>
            </a:avLst>
          </a:prstGeom>
          <a:solidFill>
            <a:srgbClr val="D4EAC2"/>
          </a:solidFill>
          <a:ln/>
        </p:spPr>
      </p:sp>
      <p:sp>
        <p:nvSpPr>
          <p:cNvPr id="64" name="Text 49"/>
          <p:cNvSpPr/>
          <p:nvPr/>
        </p:nvSpPr>
        <p:spPr>
          <a:xfrm>
            <a:off x="10360152" y="40873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</a:t>
            </a:r>
            <a:endParaRPr lang="en-US" sz="750" dirty="0"/>
          </a:p>
        </p:txBody>
      </p:sp>
      <p:sp>
        <p:nvSpPr>
          <p:cNvPr id="65" name="Text 50"/>
          <p:cNvSpPr/>
          <p:nvPr/>
        </p:nvSpPr>
        <p:spPr>
          <a:xfrm>
            <a:off x="7214616" y="4343400"/>
            <a:ext cx="22882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E2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Laura Diaz</a:t>
            </a:r>
            <a:endParaRPr lang="en-US" sz="850" dirty="0"/>
          </a:p>
        </p:txBody>
      </p:sp>
      <p:sp>
        <p:nvSpPr>
          <p:cNvPr id="66" name="Shape 51"/>
          <p:cNvSpPr/>
          <p:nvPr/>
        </p:nvSpPr>
        <p:spPr>
          <a:xfrm>
            <a:off x="10360152" y="4361688"/>
            <a:ext cx="914400" cy="201168"/>
          </a:xfrm>
          <a:prstGeom prst="roundRect">
            <a:avLst>
              <a:gd name="adj" fmla="val 50000"/>
            </a:avLst>
          </a:prstGeom>
          <a:solidFill>
            <a:srgbClr val="FBEBC7"/>
          </a:solidFill>
          <a:ln/>
        </p:spPr>
      </p:sp>
      <p:sp>
        <p:nvSpPr>
          <p:cNvPr id="67" name="Text 52"/>
          <p:cNvSpPr/>
          <p:nvPr/>
        </p:nvSpPr>
        <p:spPr>
          <a:xfrm>
            <a:off x="10360152" y="43616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Tardanza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471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8A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ASISTENCIA SENA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155680" y="65471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8A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5257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20" kern="0" dirty="0">
                <a:solidFill>
                  <a:srgbClr val="39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04 · APRENDIZ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5257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2E2F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del Aprendiz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517904"/>
            <a:ext cx="5257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al aprendiz su clase actual y darle acceso directo al registro de asistencia.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2212848"/>
            <a:ext cx="5257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10" kern="0" dirty="0">
                <a:solidFill>
                  <a:srgbClr val="8A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PRINCIPALES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2505456"/>
            <a:ext cx="292608" cy="292608"/>
          </a:xfrm>
          <a:prstGeom prst="ellipse">
            <a:avLst/>
          </a:prstGeom>
          <a:solidFill>
            <a:srgbClr val="E7F3DB"/>
          </a:solidFill>
          <a:ln/>
        </p:spPr>
      </p:sp>
      <p:pic>
        <p:nvPicPr>
          <p:cNvPr id="9" name="Image 0" descr="/home/claude/deck/icons/qrscan_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679" y="2543495"/>
            <a:ext cx="216530" cy="21653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69264" y="2505456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E2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rapido a escanear QR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953512"/>
            <a:ext cx="292608" cy="292608"/>
          </a:xfrm>
          <a:prstGeom prst="ellipse">
            <a:avLst/>
          </a:prstGeom>
          <a:solidFill>
            <a:srgbClr val="E7F3DB"/>
          </a:solidFill>
          <a:ln/>
        </p:spPr>
      </p:sp>
      <p:pic>
        <p:nvPicPr>
          <p:cNvPr id="12" name="Image 1" descr="/home/claude/deck/icons/clock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679" y="2991551"/>
            <a:ext cx="216530" cy="21653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69264" y="2953512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E2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Ultimos registros de asistencia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401568"/>
            <a:ext cx="292608" cy="292608"/>
          </a:xfrm>
          <a:prstGeom prst="ellipse">
            <a:avLst/>
          </a:prstGeom>
          <a:solidFill>
            <a:srgbClr val="E7F3DB"/>
          </a:solidFill>
          <a:ln/>
        </p:spPr>
      </p:sp>
      <p:pic>
        <p:nvPicPr>
          <p:cNvPr id="15" name="Image 2" descr="/home/claude/deck/icons/home_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679" y="3439607"/>
            <a:ext cx="216530" cy="21653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69264" y="3401568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E2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Navegacion inferior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548640" y="3922776"/>
            <a:ext cx="5257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10" kern="0" dirty="0">
                <a:solidFill>
                  <a:srgbClr val="8A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BOTONES IMPORTANTES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548640" y="4215384"/>
            <a:ext cx="2697480" cy="365760"/>
          </a:xfrm>
          <a:prstGeom prst="roundRect">
            <a:avLst>
              <a:gd name="adj" fmla="val 50000"/>
            </a:avLst>
          </a:prstGeom>
          <a:solidFill>
            <a:srgbClr val="39A900"/>
          </a:solidFill>
          <a:ln/>
        </p:spPr>
      </p:sp>
      <p:sp>
        <p:nvSpPr>
          <p:cNvPr id="19" name="Text 14"/>
          <p:cNvSpPr/>
          <p:nvPr/>
        </p:nvSpPr>
        <p:spPr>
          <a:xfrm>
            <a:off x="548640" y="421538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Escanear codigo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48640" y="4818888"/>
            <a:ext cx="5257800" cy="1563624"/>
          </a:xfrm>
          <a:prstGeom prst="roundRect">
            <a:avLst>
              <a:gd name="adj" fmla="val 5848"/>
            </a:avLst>
          </a:prstGeom>
          <a:solidFill>
            <a:srgbClr val="E7F3DB"/>
          </a:solidFill>
          <a:ln/>
        </p:spPr>
      </p:sp>
      <p:sp>
        <p:nvSpPr>
          <p:cNvPr id="21" name="Shape 16"/>
          <p:cNvSpPr/>
          <p:nvPr/>
        </p:nvSpPr>
        <p:spPr>
          <a:xfrm>
            <a:off x="731520" y="5426964"/>
            <a:ext cx="347472" cy="347472"/>
          </a:xfrm>
          <a:prstGeom prst="ellipse">
            <a:avLst/>
          </a:prstGeom>
          <a:solidFill>
            <a:srgbClr val="39A900"/>
          </a:solidFill>
          <a:ln/>
        </p:spPr>
      </p:sp>
      <p:pic>
        <p:nvPicPr>
          <p:cNvPr id="22" name="Image 3" descr="/home/claude/deck/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691" y="5472135"/>
            <a:ext cx="257129" cy="257129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207008" y="4946904"/>
            <a:ext cx="4434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1F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 PARA EL USUARIO</a:t>
            </a:r>
            <a:endParaRPr lang="en-US" sz="850" dirty="0"/>
          </a:p>
        </p:txBody>
      </p:sp>
      <p:sp>
        <p:nvSpPr>
          <p:cNvPr id="24" name="Text 18"/>
          <p:cNvSpPr/>
          <p:nvPr/>
        </p:nvSpPr>
        <p:spPr>
          <a:xfrm>
            <a:off x="1207008" y="5129784"/>
            <a:ext cx="443484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2E2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aprendiz registra su asistencia en segundos, sin filas ni listas fisicas.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7658100" y="800100"/>
            <a:ext cx="2606040" cy="5394960"/>
          </a:xfrm>
          <a:prstGeom prst="roundRect">
            <a:avLst>
              <a:gd name="adj" fmla="val 9825"/>
            </a:avLst>
          </a:prstGeom>
          <a:solidFill>
            <a:srgbClr val="2E2F30"/>
          </a:solidFill>
          <a:ln/>
          <a:effectLst>
            <a:outerShdw sx="100000" sy="100000" kx="0" ky="0" algn="bl" rotWithShape="0" blurRad="127000" dist="38100" dir="5400000">
              <a:srgbClr val="1A1A1A">
                <a:alpha val="3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7740396" y="915314"/>
            <a:ext cx="2441448" cy="5197450"/>
          </a:xfrm>
          <a:prstGeom prst="roundRect">
            <a:avLst>
              <a:gd name="adj" fmla="val 7491"/>
            </a:avLst>
          </a:prstGeom>
          <a:solidFill>
            <a:srgbClr val="F5F6F4"/>
          </a:solidFill>
          <a:ln/>
        </p:spPr>
      </p:sp>
      <p:sp>
        <p:nvSpPr>
          <p:cNvPr id="27" name="Text 21"/>
          <p:cNvSpPr/>
          <p:nvPr/>
        </p:nvSpPr>
        <p:spPr>
          <a:xfrm>
            <a:off x="7868412" y="97017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E2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</a:t>
            </a:r>
            <a:endParaRPr lang="en-US" sz="800" dirty="0"/>
          </a:p>
        </p:txBody>
      </p:sp>
      <p:pic>
        <p:nvPicPr>
          <p:cNvPr id="28" name="Image 4" descr="/home/claude/deck/icons/wifi_gra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24644" y="979322"/>
            <a:ext cx="128016" cy="128016"/>
          </a:xfrm>
          <a:prstGeom prst="rect">
            <a:avLst/>
          </a:prstGeom>
        </p:spPr>
      </p:pic>
      <p:pic>
        <p:nvPicPr>
          <p:cNvPr id="29" name="Image 5" descr="/home/claude/deck/icons/battery_gra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89236" y="970178"/>
            <a:ext cx="182880" cy="146304"/>
          </a:xfrm>
          <a:prstGeom prst="rect">
            <a:avLst/>
          </a:prstGeom>
        </p:spPr>
      </p:pic>
      <p:sp>
        <p:nvSpPr>
          <p:cNvPr id="30" name="Shape 22"/>
          <p:cNvSpPr/>
          <p:nvPr/>
        </p:nvSpPr>
        <p:spPr>
          <a:xfrm>
            <a:off x="8641080" y="6067044"/>
            <a:ext cx="640080" cy="41148"/>
          </a:xfrm>
          <a:prstGeom prst="roundRect">
            <a:avLst>
              <a:gd name="adj" fmla="val 44444"/>
            </a:avLst>
          </a:prstGeom>
          <a:solidFill>
            <a:srgbClr val="9AA09A"/>
          </a:solidFill>
          <a:ln/>
        </p:spPr>
      </p:sp>
      <p:sp>
        <p:nvSpPr>
          <p:cNvPr id="31" name="Shape 23"/>
          <p:cNvSpPr/>
          <p:nvPr/>
        </p:nvSpPr>
        <p:spPr>
          <a:xfrm>
            <a:off x="9633204" y="1226210"/>
            <a:ext cx="365760" cy="365760"/>
          </a:xfrm>
          <a:prstGeom prst="ellipse">
            <a:avLst/>
          </a:prstGeom>
          <a:solidFill>
            <a:srgbClr val="D4EAC2"/>
          </a:solidFill>
          <a:ln/>
        </p:spPr>
      </p:sp>
      <p:sp>
        <p:nvSpPr>
          <p:cNvPr id="32" name="Shape 24"/>
          <p:cNvSpPr/>
          <p:nvPr/>
        </p:nvSpPr>
        <p:spPr>
          <a:xfrm>
            <a:off x="9735617" y="1292047"/>
            <a:ext cx="160934" cy="160934"/>
          </a:xfrm>
          <a:prstGeom prst="ellipse">
            <a:avLst/>
          </a:prstGeom>
          <a:solidFill>
            <a:srgbClr val="D4EAC2"/>
          </a:solidFill>
          <a:ln/>
        </p:spPr>
      </p:sp>
      <p:pic>
        <p:nvPicPr>
          <p:cNvPr id="33" name="Image 6" descr="/home/claude/deck/icons/user_gree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13671" y="1299362"/>
            <a:ext cx="204826" cy="204826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7886700" y="122621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E2F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Hola, Camila</a:t>
            </a:r>
            <a:endParaRPr lang="en-US" sz="1250" dirty="0"/>
          </a:p>
        </p:txBody>
      </p:sp>
      <p:sp>
        <p:nvSpPr>
          <p:cNvPr id="35" name="Text 26"/>
          <p:cNvSpPr/>
          <p:nvPr/>
        </p:nvSpPr>
        <p:spPr>
          <a:xfrm>
            <a:off x="7886700" y="148224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A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ADSO - Ficha 2830145</a:t>
            </a:r>
            <a:endParaRPr lang="en-US" sz="750" dirty="0"/>
          </a:p>
        </p:txBody>
      </p:sp>
      <p:sp>
        <p:nvSpPr>
          <p:cNvPr id="36" name="Shape 27"/>
          <p:cNvSpPr/>
          <p:nvPr/>
        </p:nvSpPr>
        <p:spPr>
          <a:xfrm>
            <a:off x="7886700" y="1829714"/>
            <a:ext cx="2148840" cy="1417320"/>
          </a:xfrm>
          <a:prstGeom prst="roundRect">
            <a:avLst>
              <a:gd name="adj" fmla="val 6452"/>
            </a:avLst>
          </a:prstGeom>
          <a:solidFill>
            <a:srgbClr val="1F5C00"/>
          </a:solidFill>
          <a:ln/>
        </p:spPr>
      </p:sp>
      <p:sp>
        <p:nvSpPr>
          <p:cNvPr id="37" name="Text 28"/>
          <p:cNvSpPr/>
          <p:nvPr/>
        </p:nvSpPr>
        <p:spPr>
          <a:xfrm>
            <a:off x="8051292" y="1966874"/>
            <a:ext cx="1819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100" kern="0" dirty="0">
                <a:solidFill>
                  <a:srgbClr val="BFE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DE HOY</a:t>
            </a:r>
            <a:endParaRPr lang="en-US" sz="750" dirty="0"/>
          </a:p>
        </p:txBody>
      </p:sp>
      <p:sp>
        <p:nvSpPr>
          <p:cNvPr id="38" name="Text 29"/>
          <p:cNvSpPr/>
          <p:nvPr/>
        </p:nvSpPr>
        <p:spPr>
          <a:xfrm>
            <a:off x="8051292" y="2158898"/>
            <a:ext cx="1819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y Diseno de Sistemas</a:t>
            </a:r>
            <a:endParaRPr lang="en-US" sz="1050" dirty="0"/>
          </a:p>
        </p:txBody>
      </p:sp>
      <p:sp>
        <p:nvSpPr>
          <p:cNvPr id="39" name="Shape 30"/>
          <p:cNvSpPr/>
          <p:nvPr/>
        </p:nvSpPr>
        <p:spPr>
          <a:xfrm>
            <a:off x="8668512" y="2542946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0" name="Image 7" descr="/home/claude/deck/icons/qrscan_gree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05672" y="2680106"/>
            <a:ext cx="310896" cy="310896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7886700" y="3055010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E6F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Toca para escanear</a:t>
            </a:r>
            <a:endParaRPr lang="en-US" sz="750" dirty="0"/>
          </a:p>
        </p:txBody>
      </p:sp>
      <p:sp>
        <p:nvSpPr>
          <p:cNvPr id="42" name="Text 32"/>
          <p:cNvSpPr/>
          <p:nvPr/>
        </p:nvSpPr>
        <p:spPr>
          <a:xfrm>
            <a:off x="7886700" y="3521354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100" kern="0" dirty="0">
                <a:solidFill>
                  <a:srgbClr val="8A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ULTIMOS REGISTROS</a:t>
            </a:r>
            <a:endParaRPr lang="en-US" sz="750" dirty="0"/>
          </a:p>
        </p:txBody>
      </p:sp>
      <p:pic>
        <p:nvPicPr>
          <p:cNvPr id="43" name="Image 8" descr="/home/claude/deck/icons/check_green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86700" y="3777386"/>
            <a:ext cx="182880" cy="182880"/>
          </a:xfrm>
          <a:prstGeom prst="rect">
            <a:avLst/>
          </a:prstGeom>
        </p:spPr>
      </p:pic>
      <p:sp>
        <p:nvSpPr>
          <p:cNvPr id="44" name="Text 33"/>
          <p:cNvSpPr/>
          <p:nvPr/>
        </p:nvSpPr>
        <p:spPr>
          <a:xfrm>
            <a:off x="8161020" y="3749954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E2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Ayer, 7:30 a.m.</a:t>
            </a:r>
            <a:endParaRPr lang="en-US" sz="850" dirty="0"/>
          </a:p>
        </p:txBody>
      </p:sp>
      <p:pic>
        <p:nvPicPr>
          <p:cNvPr id="45" name="Image 9" descr="/home/claude/deck/icons/check_green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86700" y="4088282"/>
            <a:ext cx="182880" cy="182880"/>
          </a:xfrm>
          <a:prstGeom prst="rect">
            <a:avLst/>
          </a:prstGeom>
        </p:spPr>
      </p:pic>
      <p:sp>
        <p:nvSpPr>
          <p:cNvPr id="46" name="Text 34"/>
          <p:cNvSpPr/>
          <p:nvPr/>
        </p:nvSpPr>
        <p:spPr>
          <a:xfrm>
            <a:off x="8161020" y="4060850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E2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Lunes, 7:34 a.m.</a:t>
            </a:r>
            <a:endParaRPr lang="en-US" sz="850" dirty="0"/>
          </a:p>
        </p:txBody>
      </p:sp>
      <p:pic>
        <p:nvPicPr>
          <p:cNvPr id="47" name="Image 10" descr="/home/claude/deck/icons/clock_amber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86700" y="4399178"/>
            <a:ext cx="182880" cy="182880"/>
          </a:xfrm>
          <a:prstGeom prst="rect">
            <a:avLst/>
          </a:prstGeom>
        </p:spPr>
      </p:pic>
      <p:sp>
        <p:nvSpPr>
          <p:cNvPr id="48" name="Text 35"/>
          <p:cNvSpPr/>
          <p:nvPr/>
        </p:nvSpPr>
        <p:spPr>
          <a:xfrm>
            <a:off x="8161020" y="4371746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E2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Viernes, 7:41 a.m.</a:t>
            </a:r>
            <a:endParaRPr lang="en-US" sz="850" dirty="0"/>
          </a:p>
        </p:txBody>
      </p:sp>
      <p:sp>
        <p:nvSpPr>
          <p:cNvPr id="49" name="Shape 36"/>
          <p:cNvSpPr/>
          <p:nvPr/>
        </p:nvSpPr>
        <p:spPr>
          <a:xfrm>
            <a:off x="7740396" y="5344668"/>
            <a:ext cx="2441448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Shape 37"/>
          <p:cNvSpPr/>
          <p:nvPr/>
        </p:nvSpPr>
        <p:spPr>
          <a:xfrm>
            <a:off x="7740396" y="5344668"/>
            <a:ext cx="2441448" cy="0"/>
          </a:xfrm>
          <a:prstGeom prst="line">
            <a:avLst/>
          </a:prstGeom>
          <a:noFill/>
          <a:ln w="12700">
            <a:solidFill>
              <a:srgbClr val="EDEEEB"/>
            </a:solidFill>
            <a:prstDash val="solid"/>
          </a:ln>
        </p:spPr>
      </p:sp>
      <p:pic>
        <p:nvPicPr>
          <p:cNvPr id="51" name="Image 11" descr="/home/claude/deck/icons/home_green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46720" y="5436108"/>
            <a:ext cx="201168" cy="201168"/>
          </a:xfrm>
          <a:prstGeom prst="rect">
            <a:avLst/>
          </a:prstGeom>
        </p:spPr>
      </p:pic>
      <p:sp>
        <p:nvSpPr>
          <p:cNvPr id="52" name="Text 38"/>
          <p:cNvSpPr/>
          <p:nvPr/>
        </p:nvSpPr>
        <p:spPr>
          <a:xfrm>
            <a:off x="7740396" y="5673852"/>
            <a:ext cx="813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9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</a:t>
            </a:r>
            <a:endParaRPr lang="en-US" sz="650" dirty="0"/>
          </a:p>
        </p:txBody>
      </p:sp>
      <p:pic>
        <p:nvPicPr>
          <p:cNvPr id="53" name="Image 12" descr="/home/claude/deck/icons/clock_lightgray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860536" y="5436108"/>
            <a:ext cx="201168" cy="201168"/>
          </a:xfrm>
          <a:prstGeom prst="rect">
            <a:avLst/>
          </a:prstGeom>
        </p:spPr>
      </p:pic>
      <p:sp>
        <p:nvSpPr>
          <p:cNvPr id="54" name="Text 39"/>
          <p:cNvSpPr/>
          <p:nvPr/>
        </p:nvSpPr>
        <p:spPr>
          <a:xfrm>
            <a:off x="8554212" y="5673852"/>
            <a:ext cx="813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8A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</a:t>
            </a:r>
            <a:endParaRPr lang="en-US" sz="650" dirty="0"/>
          </a:p>
        </p:txBody>
      </p:sp>
      <p:pic>
        <p:nvPicPr>
          <p:cNvPr id="55" name="Image 13" descr="/home/claude/deck/icons/user_lightgray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674352" y="5436108"/>
            <a:ext cx="201168" cy="201168"/>
          </a:xfrm>
          <a:prstGeom prst="rect">
            <a:avLst/>
          </a:prstGeom>
        </p:spPr>
      </p:pic>
      <p:sp>
        <p:nvSpPr>
          <p:cNvPr id="56" name="Text 40"/>
          <p:cNvSpPr/>
          <p:nvPr/>
        </p:nvSpPr>
        <p:spPr>
          <a:xfrm>
            <a:off x="9368028" y="5673852"/>
            <a:ext cx="813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8A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471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8A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ASISTENCIA SENA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155680" y="65471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8A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5257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20" kern="0" dirty="0">
                <a:solidFill>
                  <a:srgbClr val="39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05 · APRENDIZ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5257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2E2F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Escanear codigo QR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517904"/>
            <a:ext cx="5257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Capturar el codigo QR de la clase para registrar la asistencia del aprendiz.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2212848"/>
            <a:ext cx="5257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10" kern="0" dirty="0">
                <a:solidFill>
                  <a:srgbClr val="8A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PRINCIPALES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2505456"/>
            <a:ext cx="292608" cy="292608"/>
          </a:xfrm>
          <a:prstGeom prst="ellipse">
            <a:avLst/>
          </a:prstGeom>
          <a:solidFill>
            <a:srgbClr val="E7F3DB"/>
          </a:solidFill>
          <a:ln/>
        </p:spPr>
      </p:sp>
      <p:pic>
        <p:nvPicPr>
          <p:cNvPr id="9" name="Image 0" descr="/home/claude/deck/icons/camera_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679" y="2543495"/>
            <a:ext cx="216530" cy="21653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69264" y="2505456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E2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Visor de camara en tiempo real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953512"/>
            <a:ext cx="292608" cy="292608"/>
          </a:xfrm>
          <a:prstGeom prst="ellipse">
            <a:avLst/>
          </a:prstGeom>
          <a:solidFill>
            <a:srgbClr val="E7F3DB"/>
          </a:solidFill>
          <a:ln/>
        </p:spPr>
      </p:sp>
      <p:pic>
        <p:nvPicPr>
          <p:cNvPr id="12" name="Image 1" descr="/home/claude/deck/icons/qrscan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679" y="2991551"/>
            <a:ext cx="216530" cy="21653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69264" y="2953512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E2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guia de enfoque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548640" y="3474720"/>
            <a:ext cx="5257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10" kern="0" dirty="0">
                <a:solidFill>
                  <a:srgbClr val="8A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BOTONES IMPORTANTES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548640" y="3767328"/>
            <a:ext cx="1673352" cy="365760"/>
          </a:xfrm>
          <a:prstGeom prst="roundRect">
            <a:avLst>
              <a:gd name="adj" fmla="val 50000"/>
            </a:avLst>
          </a:prstGeom>
          <a:solidFill>
            <a:srgbClr val="39A900"/>
          </a:solidFill>
          <a:ln/>
        </p:spPr>
      </p:sp>
      <p:sp>
        <p:nvSpPr>
          <p:cNvPr id="16" name="Text 12"/>
          <p:cNvSpPr/>
          <p:nvPr/>
        </p:nvSpPr>
        <p:spPr>
          <a:xfrm>
            <a:off x="548640" y="3767328"/>
            <a:ext cx="167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Cancelar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548640" y="4370832"/>
            <a:ext cx="5257800" cy="2011680"/>
          </a:xfrm>
          <a:prstGeom prst="roundRect">
            <a:avLst>
              <a:gd name="adj" fmla="val 4545"/>
            </a:avLst>
          </a:prstGeom>
          <a:solidFill>
            <a:srgbClr val="E7F3DB"/>
          </a:solidFill>
          <a:ln/>
        </p:spPr>
      </p:sp>
      <p:sp>
        <p:nvSpPr>
          <p:cNvPr id="18" name="Shape 14"/>
          <p:cNvSpPr/>
          <p:nvPr/>
        </p:nvSpPr>
        <p:spPr>
          <a:xfrm>
            <a:off x="731520" y="5202936"/>
            <a:ext cx="347472" cy="347472"/>
          </a:xfrm>
          <a:prstGeom prst="ellipse">
            <a:avLst/>
          </a:prstGeom>
          <a:solidFill>
            <a:srgbClr val="39A900"/>
          </a:solidFill>
          <a:ln/>
        </p:spPr>
      </p:sp>
      <p:pic>
        <p:nvPicPr>
          <p:cNvPr id="19" name="Image 2" descr="/home/claude/deck/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691" y="5248107"/>
            <a:ext cx="257129" cy="257129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207008" y="4498848"/>
            <a:ext cx="4434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1F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 PARA EL USUARIO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1207008" y="4681728"/>
            <a:ext cx="443484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2E2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proceso rapido e intuitivo: apuntar y listo, sin pasos adicionales.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7658100" y="800100"/>
            <a:ext cx="2606040" cy="5394960"/>
          </a:xfrm>
          <a:prstGeom prst="roundRect">
            <a:avLst>
              <a:gd name="adj" fmla="val 9825"/>
            </a:avLst>
          </a:prstGeom>
          <a:solidFill>
            <a:srgbClr val="2E2F30"/>
          </a:solidFill>
          <a:ln/>
          <a:effectLst>
            <a:outerShdw sx="100000" sy="100000" kx="0" ky="0" algn="bl" rotWithShape="0" blurRad="127000" dist="38100" dir="5400000">
              <a:srgbClr val="1A1A1A">
                <a:alpha val="3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740396" y="915314"/>
            <a:ext cx="2441448" cy="5197450"/>
          </a:xfrm>
          <a:prstGeom prst="roundRect">
            <a:avLst>
              <a:gd name="adj" fmla="val 7491"/>
            </a:avLst>
          </a:prstGeom>
          <a:solidFill>
            <a:srgbClr val="F5F6F4"/>
          </a:solidFill>
          <a:ln/>
        </p:spPr>
      </p:sp>
      <p:sp>
        <p:nvSpPr>
          <p:cNvPr id="24" name="Text 19"/>
          <p:cNvSpPr/>
          <p:nvPr/>
        </p:nvSpPr>
        <p:spPr>
          <a:xfrm>
            <a:off x="7868412" y="97017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E2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</a:t>
            </a:r>
            <a:endParaRPr lang="en-US" sz="800" dirty="0"/>
          </a:p>
        </p:txBody>
      </p:sp>
      <p:pic>
        <p:nvPicPr>
          <p:cNvPr id="25" name="Image 3" descr="/home/claude/deck/icons/wifi_gra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4644" y="979322"/>
            <a:ext cx="128016" cy="128016"/>
          </a:xfrm>
          <a:prstGeom prst="rect">
            <a:avLst/>
          </a:prstGeom>
        </p:spPr>
      </p:pic>
      <p:pic>
        <p:nvPicPr>
          <p:cNvPr id="26" name="Image 4" descr="/home/claude/deck/icons/battery_gra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89236" y="970178"/>
            <a:ext cx="182880" cy="146304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8641080" y="6067044"/>
            <a:ext cx="640080" cy="41148"/>
          </a:xfrm>
          <a:prstGeom prst="roundRect">
            <a:avLst>
              <a:gd name="adj" fmla="val 44444"/>
            </a:avLst>
          </a:prstGeom>
          <a:solidFill>
            <a:srgbClr val="9AA09A"/>
          </a:solidFill>
          <a:ln/>
        </p:spPr>
      </p:sp>
      <p:sp>
        <p:nvSpPr>
          <p:cNvPr id="28" name="Shape 21"/>
          <p:cNvSpPr/>
          <p:nvPr/>
        </p:nvSpPr>
        <p:spPr>
          <a:xfrm>
            <a:off x="7740396" y="915314"/>
            <a:ext cx="2441448" cy="4996282"/>
          </a:xfrm>
          <a:prstGeom prst="rect">
            <a:avLst/>
          </a:prstGeom>
          <a:solidFill>
            <a:srgbClr val="2E2F30"/>
          </a:solidFill>
          <a:ln/>
        </p:spPr>
      </p:sp>
      <p:sp>
        <p:nvSpPr>
          <p:cNvPr id="29" name="Text 22"/>
          <p:cNvSpPr/>
          <p:nvPr/>
        </p:nvSpPr>
        <p:spPr>
          <a:xfrm>
            <a:off x="7886700" y="109819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Escanear codigo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8092440" y="1710842"/>
            <a:ext cx="237744" cy="41148"/>
          </a:xfrm>
          <a:prstGeom prst="rect">
            <a:avLst/>
          </a:prstGeom>
          <a:solidFill>
            <a:srgbClr val="39A900"/>
          </a:solidFill>
          <a:ln/>
        </p:spPr>
      </p:sp>
      <p:sp>
        <p:nvSpPr>
          <p:cNvPr id="31" name="Shape 24"/>
          <p:cNvSpPr/>
          <p:nvPr/>
        </p:nvSpPr>
        <p:spPr>
          <a:xfrm>
            <a:off x="8092440" y="1710842"/>
            <a:ext cx="41148" cy="237744"/>
          </a:xfrm>
          <a:prstGeom prst="rect">
            <a:avLst/>
          </a:prstGeom>
          <a:solidFill>
            <a:srgbClr val="39A900"/>
          </a:solidFill>
          <a:ln/>
        </p:spPr>
      </p:sp>
      <p:sp>
        <p:nvSpPr>
          <p:cNvPr id="32" name="Shape 25"/>
          <p:cNvSpPr/>
          <p:nvPr/>
        </p:nvSpPr>
        <p:spPr>
          <a:xfrm>
            <a:off x="9592056" y="1710842"/>
            <a:ext cx="237744" cy="41148"/>
          </a:xfrm>
          <a:prstGeom prst="rect">
            <a:avLst/>
          </a:prstGeom>
          <a:solidFill>
            <a:srgbClr val="39A900"/>
          </a:solidFill>
          <a:ln/>
        </p:spPr>
      </p:sp>
      <p:sp>
        <p:nvSpPr>
          <p:cNvPr id="33" name="Shape 26"/>
          <p:cNvSpPr/>
          <p:nvPr/>
        </p:nvSpPr>
        <p:spPr>
          <a:xfrm>
            <a:off x="9592056" y="1710842"/>
            <a:ext cx="41148" cy="237744"/>
          </a:xfrm>
          <a:prstGeom prst="rect">
            <a:avLst/>
          </a:prstGeom>
          <a:solidFill>
            <a:srgbClr val="39A900"/>
          </a:solidFill>
          <a:ln/>
        </p:spPr>
      </p:sp>
      <p:sp>
        <p:nvSpPr>
          <p:cNvPr id="34" name="Shape 27"/>
          <p:cNvSpPr/>
          <p:nvPr/>
        </p:nvSpPr>
        <p:spPr>
          <a:xfrm>
            <a:off x="8092440" y="3210458"/>
            <a:ext cx="237744" cy="41148"/>
          </a:xfrm>
          <a:prstGeom prst="rect">
            <a:avLst/>
          </a:prstGeom>
          <a:solidFill>
            <a:srgbClr val="39A900"/>
          </a:solidFill>
          <a:ln/>
        </p:spPr>
      </p:sp>
      <p:sp>
        <p:nvSpPr>
          <p:cNvPr id="35" name="Shape 28"/>
          <p:cNvSpPr/>
          <p:nvPr/>
        </p:nvSpPr>
        <p:spPr>
          <a:xfrm>
            <a:off x="8092440" y="3210458"/>
            <a:ext cx="41148" cy="237744"/>
          </a:xfrm>
          <a:prstGeom prst="rect">
            <a:avLst/>
          </a:prstGeom>
          <a:solidFill>
            <a:srgbClr val="39A900"/>
          </a:solidFill>
          <a:ln/>
        </p:spPr>
      </p:sp>
      <p:sp>
        <p:nvSpPr>
          <p:cNvPr id="36" name="Shape 29"/>
          <p:cNvSpPr/>
          <p:nvPr/>
        </p:nvSpPr>
        <p:spPr>
          <a:xfrm>
            <a:off x="9592056" y="3210458"/>
            <a:ext cx="237744" cy="41148"/>
          </a:xfrm>
          <a:prstGeom prst="rect">
            <a:avLst/>
          </a:prstGeom>
          <a:solidFill>
            <a:srgbClr val="39A900"/>
          </a:solidFill>
          <a:ln/>
        </p:spPr>
      </p:sp>
      <p:sp>
        <p:nvSpPr>
          <p:cNvPr id="37" name="Shape 30"/>
          <p:cNvSpPr/>
          <p:nvPr/>
        </p:nvSpPr>
        <p:spPr>
          <a:xfrm>
            <a:off x="9592056" y="3210458"/>
            <a:ext cx="41148" cy="237744"/>
          </a:xfrm>
          <a:prstGeom prst="rect">
            <a:avLst/>
          </a:prstGeom>
          <a:solidFill>
            <a:srgbClr val="39A900"/>
          </a:solidFill>
          <a:ln/>
        </p:spPr>
      </p:sp>
      <p:sp>
        <p:nvSpPr>
          <p:cNvPr id="38" name="Shape 31"/>
          <p:cNvSpPr/>
          <p:nvPr/>
        </p:nvSpPr>
        <p:spPr>
          <a:xfrm>
            <a:off x="8119872" y="2570378"/>
            <a:ext cx="1682496" cy="22860"/>
          </a:xfrm>
          <a:prstGeom prst="roundRect">
            <a:avLst>
              <a:gd name="adj" fmla="val 40000"/>
            </a:avLst>
          </a:prstGeom>
          <a:solidFill>
            <a:srgbClr val="8FE05C"/>
          </a:solidFill>
          <a:ln/>
        </p:spPr>
      </p:sp>
      <p:sp>
        <p:nvSpPr>
          <p:cNvPr id="39" name="Text 32"/>
          <p:cNvSpPr/>
          <p:nvPr/>
        </p:nvSpPr>
        <p:spPr>
          <a:xfrm>
            <a:off x="7886700" y="366765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D8D9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Apunta la camara al codigo QR de la clase</a:t>
            </a:r>
            <a:endParaRPr lang="en-US" sz="850" dirty="0"/>
          </a:p>
        </p:txBody>
      </p:sp>
      <p:sp>
        <p:nvSpPr>
          <p:cNvPr id="40" name="Shape 33"/>
          <p:cNvSpPr/>
          <p:nvPr/>
        </p:nvSpPr>
        <p:spPr>
          <a:xfrm>
            <a:off x="8412480" y="5408676"/>
            <a:ext cx="1097280" cy="329184"/>
          </a:xfrm>
          <a:prstGeom prst="roundRect">
            <a:avLst>
              <a:gd name="adj" fmla="val 50000"/>
            </a:avLst>
          </a:prstGeom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8412480" y="5408676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Cancelar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471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8A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ASISTENCIA SENA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155680" y="65471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8A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5257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20" kern="0" dirty="0">
                <a:solidFill>
                  <a:srgbClr val="39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06 · APRENDIZ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5257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2E2F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Confirmacion de asistencia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517904"/>
            <a:ext cx="5257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visualmente que el registro de asistencia se guardo correctamente.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2212848"/>
            <a:ext cx="5257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10" kern="0" dirty="0">
                <a:solidFill>
                  <a:srgbClr val="8A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PRINCIPALES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2505456"/>
            <a:ext cx="292608" cy="292608"/>
          </a:xfrm>
          <a:prstGeom prst="ellipse">
            <a:avLst/>
          </a:prstGeom>
          <a:solidFill>
            <a:srgbClr val="E7F3DB"/>
          </a:solidFill>
          <a:ln/>
        </p:spPr>
      </p:sp>
      <p:pic>
        <p:nvPicPr>
          <p:cNvPr id="9" name="Image 0" descr="/home/claude/deck/icons/check_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679" y="2543495"/>
            <a:ext cx="216530" cy="21653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69264" y="2505456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E2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Icono de exito y mensaje claro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953512"/>
            <a:ext cx="292608" cy="292608"/>
          </a:xfrm>
          <a:prstGeom prst="ellipse">
            <a:avLst/>
          </a:prstGeom>
          <a:solidFill>
            <a:srgbClr val="E7F3DB"/>
          </a:solidFill>
          <a:ln/>
        </p:spPr>
      </p:sp>
      <p:pic>
        <p:nvPicPr>
          <p:cNvPr id="12" name="Image 1" descr="/home/claude/deck/icons/filetext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679" y="2991551"/>
            <a:ext cx="216530" cy="21653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69264" y="2953512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E2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 de materia, hora y estado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548640" y="3474720"/>
            <a:ext cx="5257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10" kern="0" dirty="0">
                <a:solidFill>
                  <a:srgbClr val="8A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BOTONES IMPORTANTES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548640" y="3767328"/>
            <a:ext cx="2843784" cy="365760"/>
          </a:xfrm>
          <a:prstGeom prst="roundRect">
            <a:avLst>
              <a:gd name="adj" fmla="val 50000"/>
            </a:avLst>
          </a:prstGeom>
          <a:solidFill>
            <a:srgbClr val="39A900"/>
          </a:solidFill>
          <a:ln/>
        </p:spPr>
      </p:sp>
      <p:sp>
        <p:nvSpPr>
          <p:cNvPr id="16" name="Text 12"/>
          <p:cNvSpPr/>
          <p:nvPr/>
        </p:nvSpPr>
        <p:spPr>
          <a:xfrm>
            <a:off x="548640" y="3767328"/>
            <a:ext cx="2843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Volver al inicio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548640" y="4370832"/>
            <a:ext cx="5257800" cy="2011680"/>
          </a:xfrm>
          <a:prstGeom prst="roundRect">
            <a:avLst>
              <a:gd name="adj" fmla="val 4545"/>
            </a:avLst>
          </a:prstGeom>
          <a:solidFill>
            <a:srgbClr val="E7F3DB"/>
          </a:solidFill>
          <a:ln/>
        </p:spPr>
      </p:sp>
      <p:sp>
        <p:nvSpPr>
          <p:cNvPr id="18" name="Shape 14"/>
          <p:cNvSpPr/>
          <p:nvPr/>
        </p:nvSpPr>
        <p:spPr>
          <a:xfrm>
            <a:off x="731520" y="5202936"/>
            <a:ext cx="347472" cy="347472"/>
          </a:xfrm>
          <a:prstGeom prst="ellipse">
            <a:avLst/>
          </a:prstGeom>
          <a:solidFill>
            <a:srgbClr val="39A900"/>
          </a:solidFill>
          <a:ln/>
        </p:spPr>
      </p:sp>
      <p:pic>
        <p:nvPicPr>
          <p:cNvPr id="19" name="Image 2" descr="/home/claude/deck/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691" y="5248107"/>
            <a:ext cx="257129" cy="257129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207008" y="4498848"/>
            <a:ext cx="4434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1F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 PARA EL USUARIO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1207008" y="4681728"/>
            <a:ext cx="443484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2E2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aprendiz queda tranquilo al saber que su asistencia quedo registrada sin dudas.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7658100" y="800100"/>
            <a:ext cx="2606040" cy="5394960"/>
          </a:xfrm>
          <a:prstGeom prst="roundRect">
            <a:avLst>
              <a:gd name="adj" fmla="val 9825"/>
            </a:avLst>
          </a:prstGeom>
          <a:solidFill>
            <a:srgbClr val="2E2F30"/>
          </a:solidFill>
          <a:ln/>
          <a:effectLst>
            <a:outerShdw sx="100000" sy="100000" kx="0" ky="0" algn="bl" rotWithShape="0" blurRad="127000" dist="38100" dir="5400000">
              <a:srgbClr val="1A1A1A">
                <a:alpha val="3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740396" y="915314"/>
            <a:ext cx="2441448" cy="5197450"/>
          </a:xfrm>
          <a:prstGeom prst="roundRect">
            <a:avLst>
              <a:gd name="adj" fmla="val 7491"/>
            </a:avLst>
          </a:prstGeom>
          <a:solidFill>
            <a:srgbClr val="F5F6F4"/>
          </a:solidFill>
          <a:ln/>
        </p:spPr>
      </p:sp>
      <p:sp>
        <p:nvSpPr>
          <p:cNvPr id="24" name="Text 19"/>
          <p:cNvSpPr/>
          <p:nvPr/>
        </p:nvSpPr>
        <p:spPr>
          <a:xfrm>
            <a:off x="7868412" y="97017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E2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</a:t>
            </a:r>
            <a:endParaRPr lang="en-US" sz="800" dirty="0"/>
          </a:p>
        </p:txBody>
      </p:sp>
      <p:pic>
        <p:nvPicPr>
          <p:cNvPr id="25" name="Image 3" descr="/home/claude/deck/icons/wifi_gra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4644" y="979322"/>
            <a:ext cx="128016" cy="128016"/>
          </a:xfrm>
          <a:prstGeom prst="rect">
            <a:avLst/>
          </a:prstGeom>
        </p:spPr>
      </p:pic>
      <p:pic>
        <p:nvPicPr>
          <p:cNvPr id="26" name="Image 4" descr="/home/claude/deck/icons/battery_gra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89236" y="970178"/>
            <a:ext cx="182880" cy="146304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8641080" y="6067044"/>
            <a:ext cx="640080" cy="41148"/>
          </a:xfrm>
          <a:prstGeom prst="roundRect">
            <a:avLst>
              <a:gd name="adj" fmla="val 44444"/>
            </a:avLst>
          </a:prstGeom>
          <a:solidFill>
            <a:srgbClr val="9AA09A"/>
          </a:solidFill>
          <a:ln/>
        </p:spPr>
      </p:sp>
      <p:sp>
        <p:nvSpPr>
          <p:cNvPr id="28" name="Shape 21"/>
          <p:cNvSpPr/>
          <p:nvPr/>
        </p:nvSpPr>
        <p:spPr>
          <a:xfrm>
            <a:off x="8503920" y="1390802"/>
            <a:ext cx="914400" cy="914400"/>
          </a:xfrm>
          <a:prstGeom prst="ellipse">
            <a:avLst/>
          </a:prstGeom>
          <a:solidFill>
            <a:srgbClr val="D4EAC2"/>
          </a:solidFill>
          <a:ln/>
        </p:spPr>
      </p:sp>
      <p:pic>
        <p:nvPicPr>
          <p:cNvPr id="29" name="Image 5" descr="/home/claude/deck/icons/check_gree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05088" y="1646834"/>
            <a:ext cx="512064" cy="512064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7886700" y="244236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2F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Asistencia registrada</a:t>
            </a:r>
            <a:endParaRPr lang="en-US" sz="1350" dirty="0"/>
          </a:p>
        </p:txBody>
      </p:sp>
      <p:sp>
        <p:nvSpPr>
          <p:cNvPr id="31" name="Text 23"/>
          <p:cNvSpPr/>
          <p:nvPr/>
        </p:nvSpPr>
        <p:spPr>
          <a:xfrm>
            <a:off x="7886700" y="274411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ingreso ha quedado guardado con exito</a:t>
            </a:r>
            <a:endParaRPr lang="en-US" sz="850" dirty="0"/>
          </a:p>
        </p:txBody>
      </p:sp>
      <p:sp>
        <p:nvSpPr>
          <p:cNvPr id="32" name="Shape 24"/>
          <p:cNvSpPr/>
          <p:nvPr/>
        </p:nvSpPr>
        <p:spPr>
          <a:xfrm>
            <a:off x="7932420" y="3219602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F5F6F4"/>
          </a:solidFill>
          <a:ln/>
        </p:spPr>
      </p:sp>
      <p:sp>
        <p:nvSpPr>
          <p:cNvPr id="33" name="Text 25"/>
          <p:cNvSpPr/>
          <p:nvPr/>
        </p:nvSpPr>
        <p:spPr>
          <a:xfrm>
            <a:off x="8087868" y="334761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A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</a:t>
            </a:r>
            <a:endParaRPr lang="en-US" sz="800" dirty="0"/>
          </a:p>
        </p:txBody>
      </p:sp>
      <p:sp>
        <p:nvSpPr>
          <p:cNvPr id="34" name="Text 26"/>
          <p:cNvSpPr/>
          <p:nvPr/>
        </p:nvSpPr>
        <p:spPr>
          <a:xfrm>
            <a:off x="9029700" y="334761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E2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y Diseno</a:t>
            </a:r>
            <a:endParaRPr lang="en-US" sz="850" dirty="0"/>
          </a:p>
        </p:txBody>
      </p:sp>
      <p:sp>
        <p:nvSpPr>
          <p:cNvPr id="35" name="Text 27"/>
          <p:cNvSpPr/>
          <p:nvPr/>
        </p:nvSpPr>
        <p:spPr>
          <a:xfrm>
            <a:off x="8087868" y="360365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A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</a:t>
            </a:r>
            <a:endParaRPr lang="en-US" sz="800" dirty="0"/>
          </a:p>
        </p:txBody>
      </p:sp>
      <p:sp>
        <p:nvSpPr>
          <p:cNvPr id="36" name="Text 28"/>
          <p:cNvSpPr/>
          <p:nvPr/>
        </p:nvSpPr>
        <p:spPr>
          <a:xfrm>
            <a:off x="9029700" y="360365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E2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7:32 a.m.</a:t>
            </a:r>
            <a:endParaRPr lang="en-US" sz="850" dirty="0"/>
          </a:p>
        </p:txBody>
      </p:sp>
      <p:sp>
        <p:nvSpPr>
          <p:cNvPr id="37" name="Text 29"/>
          <p:cNvSpPr/>
          <p:nvPr/>
        </p:nvSpPr>
        <p:spPr>
          <a:xfrm>
            <a:off x="8087868" y="385968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A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</a:t>
            </a:r>
            <a:endParaRPr lang="en-US" sz="800" dirty="0"/>
          </a:p>
        </p:txBody>
      </p:sp>
      <p:sp>
        <p:nvSpPr>
          <p:cNvPr id="38" name="Text 30"/>
          <p:cNvSpPr/>
          <p:nvPr/>
        </p:nvSpPr>
        <p:spPr>
          <a:xfrm>
            <a:off x="9029700" y="385968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E2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</a:t>
            </a:r>
            <a:endParaRPr lang="en-US" sz="850" dirty="0"/>
          </a:p>
        </p:txBody>
      </p:sp>
      <p:sp>
        <p:nvSpPr>
          <p:cNvPr id="39" name="Shape 31"/>
          <p:cNvSpPr/>
          <p:nvPr/>
        </p:nvSpPr>
        <p:spPr>
          <a:xfrm>
            <a:off x="7932420" y="5408676"/>
            <a:ext cx="2057400" cy="384048"/>
          </a:xfrm>
          <a:prstGeom prst="roundRect">
            <a:avLst>
              <a:gd name="adj" fmla="val 19048"/>
            </a:avLst>
          </a:prstGeom>
          <a:solidFill>
            <a:srgbClr val="39A900"/>
          </a:solidFill>
          <a:ln/>
        </p:spPr>
      </p:sp>
      <p:sp>
        <p:nvSpPr>
          <p:cNvPr id="40" name="Text 32"/>
          <p:cNvSpPr/>
          <p:nvPr/>
        </p:nvSpPr>
        <p:spPr>
          <a:xfrm>
            <a:off x="7932420" y="5408676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Volver al inicio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471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8A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ASISTENCIA SENA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155680" y="65471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8A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5257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20" kern="0" dirty="0">
                <a:solidFill>
                  <a:srgbClr val="39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07 · APRENDIZ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5257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2E2F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Historial de asistencia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517904"/>
            <a:ext cx="5257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 los registros pasados de asistencia y su estado por fecha.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2212848"/>
            <a:ext cx="5257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10" kern="0" dirty="0">
                <a:solidFill>
                  <a:srgbClr val="8A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PRINCIPALES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2505456"/>
            <a:ext cx="292608" cy="292608"/>
          </a:xfrm>
          <a:prstGeom prst="ellipse">
            <a:avLst/>
          </a:prstGeom>
          <a:solidFill>
            <a:srgbClr val="E7F3DB"/>
          </a:solidFill>
          <a:ln/>
        </p:spPr>
      </p:sp>
      <p:pic>
        <p:nvPicPr>
          <p:cNvPr id="9" name="Image 0" descr="/home/claude/deck/icons/filter_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679" y="2543495"/>
            <a:ext cx="216530" cy="21653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69264" y="2505456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E2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por estado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953512"/>
            <a:ext cx="292608" cy="292608"/>
          </a:xfrm>
          <a:prstGeom prst="ellipse">
            <a:avLst/>
          </a:prstGeom>
          <a:solidFill>
            <a:srgbClr val="E7F3DB"/>
          </a:solidFill>
          <a:ln/>
        </p:spPr>
      </p:sp>
      <p:pic>
        <p:nvPicPr>
          <p:cNvPr id="12" name="Image 1" descr="/home/claude/deck/icons/calendar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679" y="2991551"/>
            <a:ext cx="216530" cy="21653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69264" y="2953512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E2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 por fecha con estado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548640" y="3474720"/>
            <a:ext cx="5257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10" kern="0" dirty="0">
                <a:solidFill>
                  <a:srgbClr val="8A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BOTONES IMPORTANTES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548640" y="3767328"/>
            <a:ext cx="1527048" cy="365760"/>
          </a:xfrm>
          <a:prstGeom prst="roundRect">
            <a:avLst>
              <a:gd name="adj" fmla="val 50000"/>
            </a:avLst>
          </a:prstGeom>
          <a:solidFill>
            <a:srgbClr val="39A900"/>
          </a:solidFill>
          <a:ln/>
        </p:spPr>
      </p:sp>
      <p:sp>
        <p:nvSpPr>
          <p:cNvPr id="16" name="Text 12"/>
          <p:cNvSpPr/>
          <p:nvPr/>
        </p:nvSpPr>
        <p:spPr>
          <a:xfrm>
            <a:off x="548640" y="3767328"/>
            <a:ext cx="1527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Filtrar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548640" y="4370832"/>
            <a:ext cx="5257800" cy="2011680"/>
          </a:xfrm>
          <a:prstGeom prst="roundRect">
            <a:avLst>
              <a:gd name="adj" fmla="val 4545"/>
            </a:avLst>
          </a:prstGeom>
          <a:solidFill>
            <a:srgbClr val="E7F3DB"/>
          </a:solidFill>
          <a:ln/>
        </p:spPr>
      </p:sp>
      <p:sp>
        <p:nvSpPr>
          <p:cNvPr id="18" name="Shape 14"/>
          <p:cNvSpPr/>
          <p:nvPr/>
        </p:nvSpPr>
        <p:spPr>
          <a:xfrm>
            <a:off x="731520" y="5202936"/>
            <a:ext cx="347472" cy="347472"/>
          </a:xfrm>
          <a:prstGeom prst="ellipse">
            <a:avLst/>
          </a:prstGeom>
          <a:solidFill>
            <a:srgbClr val="39A900"/>
          </a:solidFill>
          <a:ln/>
        </p:spPr>
      </p:sp>
      <p:pic>
        <p:nvPicPr>
          <p:cNvPr id="19" name="Image 2" descr="/home/claude/deck/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691" y="5248107"/>
            <a:ext cx="257129" cy="257129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207008" y="4498848"/>
            <a:ext cx="4434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1F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 PARA EL USUARIO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1207008" y="4681728"/>
            <a:ext cx="443484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2E2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aprendiz hace seguimiento a su propio cumplimiento en cualquier momento.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7658100" y="800100"/>
            <a:ext cx="2606040" cy="5394960"/>
          </a:xfrm>
          <a:prstGeom prst="roundRect">
            <a:avLst>
              <a:gd name="adj" fmla="val 9825"/>
            </a:avLst>
          </a:prstGeom>
          <a:solidFill>
            <a:srgbClr val="2E2F30"/>
          </a:solidFill>
          <a:ln/>
          <a:effectLst>
            <a:outerShdw sx="100000" sy="100000" kx="0" ky="0" algn="bl" rotWithShape="0" blurRad="127000" dist="38100" dir="5400000">
              <a:srgbClr val="1A1A1A">
                <a:alpha val="3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740396" y="915314"/>
            <a:ext cx="2441448" cy="5197450"/>
          </a:xfrm>
          <a:prstGeom prst="roundRect">
            <a:avLst>
              <a:gd name="adj" fmla="val 7491"/>
            </a:avLst>
          </a:prstGeom>
          <a:solidFill>
            <a:srgbClr val="F5F6F4"/>
          </a:solidFill>
          <a:ln/>
        </p:spPr>
      </p:sp>
      <p:sp>
        <p:nvSpPr>
          <p:cNvPr id="24" name="Text 19"/>
          <p:cNvSpPr/>
          <p:nvPr/>
        </p:nvSpPr>
        <p:spPr>
          <a:xfrm>
            <a:off x="7868412" y="97017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E2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</a:t>
            </a:r>
            <a:endParaRPr lang="en-US" sz="800" dirty="0"/>
          </a:p>
        </p:txBody>
      </p:sp>
      <p:pic>
        <p:nvPicPr>
          <p:cNvPr id="25" name="Image 3" descr="/home/claude/deck/icons/wifi_gra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4644" y="979322"/>
            <a:ext cx="128016" cy="128016"/>
          </a:xfrm>
          <a:prstGeom prst="rect">
            <a:avLst/>
          </a:prstGeom>
        </p:spPr>
      </p:pic>
      <p:pic>
        <p:nvPicPr>
          <p:cNvPr id="26" name="Image 4" descr="/home/claude/deck/icons/battery_gra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89236" y="970178"/>
            <a:ext cx="182880" cy="146304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8641080" y="6067044"/>
            <a:ext cx="640080" cy="41148"/>
          </a:xfrm>
          <a:prstGeom prst="roundRect">
            <a:avLst>
              <a:gd name="adj" fmla="val 44444"/>
            </a:avLst>
          </a:prstGeom>
          <a:solidFill>
            <a:srgbClr val="9AA09A"/>
          </a:solidFill>
          <a:ln/>
        </p:spPr>
      </p:sp>
      <p:sp>
        <p:nvSpPr>
          <p:cNvPr id="28" name="Text 21"/>
          <p:cNvSpPr/>
          <p:nvPr/>
        </p:nvSpPr>
        <p:spPr>
          <a:xfrm>
            <a:off x="7886700" y="120792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2F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 historial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7886700" y="159197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39A900"/>
          </a:solidFill>
          <a:ln/>
        </p:spPr>
      </p:sp>
      <p:sp>
        <p:nvSpPr>
          <p:cNvPr id="30" name="Text 23"/>
          <p:cNvSpPr/>
          <p:nvPr/>
        </p:nvSpPr>
        <p:spPr>
          <a:xfrm>
            <a:off x="7886700" y="159197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</a:t>
            </a:r>
            <a:endParaRPr lang="en-US" sz="800" dirty="0"/>
          </a:p>
        </p:txBody>
      </p:sp>
      <p:sp>
        <p:nvSpPr>
          <p:cNvPr id="31" name="Shape 24"/>
          <p:cNvSpPr/>
          <p:nvPr/>
        </p:nvSpPr>
        <p:spPr>
          <a:xfrm>
            <a:off x="9075420" y="1591970"/>
            <a:ext cx="1536192" cy="292608"/>
          </a:xfrm>
          <a:prstGeom prst="roundRect">
            <a:avLst>
              <a:gd name="adj" fmla="val 50000"/>
            </a:avLst>
          </a:prstGeom>
          <a:solidFill>
            <a:srgbClr val="F5F6F4"/>
          </a:solidFill>
          <a:ln/>
        </p:spPr>
      </p:sp>
      <p:sp>
        <p:nvSpPr>
          <p:cNvPr id="32" name="Text 25"/>
          <p:cNvSpPr/>
          <p:nvPr/>
        </p:nvSpPr>
        <p:spPr>
          <a:xfrm>
            <a:off x="9075420" y="1591970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</a:t>
            </a:r>
            <a:endParaRPr lang="en-US" sz="800" dirty="0"/>
          </a:p>
        </p:txBody>
      </p:sp>
      <p:sp>
        <p:nvSpPr>
          <p:cNvPr id="33" name="Shape 26"/>
          <p:cNvSpPr/>
          <p:nvPr/>
        </p:nvSpPr>
        <p:spPr>
          <a:xfrm>
            <a:off x="10703052" y="1591970"/>
            <a:ext cx="1536192" cy="292608"/>
          </a:xfrm>
          <a:prstGeom prst="roundRect">
            <a:avLst>
              <a:gd name="adj" fmla="val 50000"/>
            </a:avLst>
          </a:prstGeom>
          <a:solidFill>
            <a:srgbClr val="F5F6F4"/>
          </a:solidFill>
          <a:ln/>
        </p:spPr>
      </p:sp>
      <p:sp>
        <p:nvSpPr>
          <p:cNvPr id="34" name="Text 27"/>
          <p:cNvSpPr/>
          <p:nvPr/>
        </p:nvSpPr>
        <p:spPr>
          <a:xfrm>
            <a:off x="10703052" y="1591970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Tardanza</a:t>
            </a:r>
            <a:endParaRPr lang="en-US" sz="800" dirty="0"/>
          </a:p>
        </p:txBody>
      </p:sp>
      <p:sp>
        <p:nvSpPr>
          <p:cNvPr id="35" name="Shape 28"/>
          <p:cNvSpPr/>
          <p:nvPr/>
        </p:nvSpPr>
        <p:spPr>
          <a:xfrm>
            <a:off x="7886700" y="2067458"/>
            <a:ext cx="214884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CEEEA"/>
            </a:solidFill>
            <a:prstDash val="solid"/>
          </a:ln>
        </p:spPr>
      </p:sp>
      <p:pic>
        <p:nvPicPr>
          <p:cNvPr id="36" name="Image 5" descr="/home/claude/deck/icons/check_gree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96428" y="2204618"/>
            <a:ext cx="182880" cy="18288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8270748" y="212232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E2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</a:t>
            </a:r>
            <a:endParaRPr lang="en-US" sz="850" dirty="0"/>
          </a:p>
        </p:txBody>
      </p:sp>
      <p:sp>
        <p:nvSpPr>
          <p:cNvPr id="38" name="Text 30"/>
          <p:cNvSpPr/>
          <p:nvPr/>
        </p:nvSpPr>
        <p:spPr>
          <a:xfrm>
            <a:off x="8270748" y="229605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A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7:32 a.m.</a:t>
            </a:r>
            <a:endParaRPr lang="en-US" sz="700" dirty="0"/>
          </a:p>
        </p:txBody>
      </p:sp>
      <p:sp>
        <p:nvSpPr>
          <p:cNvPr id="39" name="Shape 31"/>
          <p:cNvSpPr/>
          <p:nvPr/>
        </p:nvSpPr>
        <p:spPr>
          <a:xfrm>
            <a:off x="9075420" y="2195474"/>
            <a:ext cx="868680" cy="201168"/>
          </a:xfrm>
          <a:prstGeom prst="roundRect">
            <a:avLst>
              <a:gd name="adj" fmla="val 50000"/>
            </a:avLst>
          </a:prstGeom>
          <a:solidFill>
            <a:srgbClr val="D4EAC2"/>
          </a:solidFill>
          <a:ln/>
        </p:spPr>
      </p:sp>
      <p:sp>
        <p:nvSpPr>
          <p:cNvPr id="40" name="Text 32"/>
          <p:cNvSpPr/>
          <p:nvPr/>
        </p:nvSpPr>
        <p:spPr>
          <a:xfrm>
            <a:off x="9075420" y="219547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</a:t>
            </a:r>
            <a:endParaRPr lang="en-US" sz="750" dirty="0"/>
          </a:p>
        </p:txBody>
      </p:sp>
      <p:sp>
        <p:nvSpPr>
          <p:cNvPr id="41" name="Shape 33"/>
          <p:cNvSpPr/>
          <p:nvPr/>
        </p:nvSpPr>
        <p:spPr>
          <a:xfrm>
            <a:off x="7886700" y="2616098"/>
            <a:ext cx="214884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CEEEA"/>
            </a:solidFill>
            <a:prstDash val="solid"/>
          </a:ln>
        </p:spPr>
      </p:sp>
      <p:pic>
        <p:nvPicPr>
          <p:cNvPr id="42" name="Image 6" descr="/home/claude/deck/icons/check_gree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96428" y="2753258"/>
            <a:ext cx="182880" cy="182880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8270748" y="267096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E2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Ayer</a:t>
            </a:r>
            <a:endParaRPr lang="en-US" sz="850" dirty="0"/>
          </a:p>
        </p:txBody>
      </p:sp>
      <p:sp>
        <p:nvSpPr>
          <p:cNvPr id="44" name="Text 35"/>
          <p:cNvSpPr/>
          <p:nvPr/>
        </p:nvSpPr>
        <p:spPr>
          <a:xfrm>
            <a:off x="8270748" y="284469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A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7:29 a.m.</a:t>
            </a:r>
            <a:endParaRPr lang="en-US" sz="700" dirty="0"/>
          </a:p>
        </p:txBody>
      </p:sp>
      <p:sp>
        <p:nvSpPr>
          <p:cNvPr id="45" name="Shape 36"/>
          <p:cNvSpPr/>
          <p:nvPr/>
        </p:nvSpPr>
        <p:spPr>
          <a:xfrm>
            <a:off x="9075420" y="2744114"/>
            <a:ext cx="868680" cy="201168"/>
          </a:xfrm>
          <a:prstGeom prst="roundRect">
            <a:avLst>
              <a:gd name="adj" fmla="val 50000"/>
            </a:avLst>
          </a:prstGeom>
          <a:solidFill>
            <a:srgbClr val="D4EAC2"/>
          </a:solidFill>
          <a:ln/>
        </p:spPr>
      </p:sp>
      <p:sp>
        <p:nvSpPr>
          <p:cNvPr id="46" name="Text 37"/>
          <p:cNvSpPr/>
          <p:nvPr/>
        </p:nvSpPr>
        <p:spPr>
          <a:xfrm>
            <a:off x="9075420" y="274411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</a:t>
            </a:r>
            <a:endParaRPr lang="en-US" sz="750" dirty="0"/>
          </a:p>
        </p:txBody>
      </p:sp>
      <p:sp>
        <p:nvSpPr>
          <p:cNvPr id="47" name="Shape 38"/>
          <p:cNvSpPr/>
          <p:nvPr/>
        </p:nvSpPr>
        <p:spPr>
          <a:xfrm>
            <a:off x="7886700" y="3164738"/>
            <a:ext cx="214884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CEEEA"/>
            </a:solidFill>
            <a:prstDash val="solid"/>
          </a:ln>
        </p:spPr>
      </p:sp>
      <p:pic>
        <p:nvPicPr>
          <p:cNvPr id="48" name="Image 7" descr="/home/claude/deck/icons/clock_ambe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96428" y="3301898"/>
            <a:ext cx="182880" cy="182880"/>
          </a:xfrm>
          <a:prstGeom prst="rect">
            <a:avLst/>
          </a:prstGeom>
        </p:spPr>
      </p:pic>
      <p:sp>
        <p:nvSpPr>
          <p:cNvPr id="49" name="Text 39"/>
          <p:cNvSpPr/>
          <p:nvPr/>
        </p:nvSpPr>
        <p:spPr>
          <a:xfrm>
            <a:off x="8270748" y="321960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E2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Lunes</a:t>
            </a:r>
            <a:endParaRPr lang="en-US" sz="850" dirty="0"/>
          </a:p>
        </p:txBody>
      </p:sp>
      <p:sp>
        <p:nvSpPr>
          <p:cNvPr id="50" name="Text 40"/>
          <p:cNvSpPr/>
          <p:nvPr/>
        </p:nvSpPr>
        <p:spPr>
          <a:xfrm>
            <a:off x="8270748" y="339333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A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7:45 a.m.</a:t>
            </a:r>
            <a:endParaRPr lang="en-US" sz="700" dirty="0"/>
          </a:p>
        </p:txBody>
      </p:sp>
      <p:sp>
        <p:nvSpPr>
          <p:cNvPr id="51" name="Shape 41"/>
          <p:cNvSpPr/>
          <p:nvPr/>
        </p:nvSpPr>
        <p:spPr>
          <a:xfrm>
            <a:off x="9075420" y="3292754"/>
            <a:ext cx="868680" cy="201168"/>
          </a:xfrm>
          <a:prstGeom prst="roundRect">
            <a:avLst>
              <a:gd name="adj" fmla="val 50000"/>
            </a:avLst>
          </a:prstGeom>
          <a:solidFill>
            <a:srgbClr val="FBEBC7"/>
          </a:solidFill>
          <a:ln/>
        </p:spPr>
      </p:sp>
      <p:sp>
        <p:nvSpPr>
          <p:cNvPr id="52" name="Text 42"/>
          <p:cNvSpPr/>
          <p:nvPr/>
        </p:nvSpPr>
        <p:spPr>
          <a:xfrm>
            <a:off x="9075420" y="329275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Tardanza</a:t>
            </a:r>
            <a:endParaRPr lang="en-US" sz="750" dirty="0"/>
          </a:p>
        </p:txBody>
      </p:sp>
      <p:sp>
        <p:nvSpPr>
          <p:cNvPr id="53" name="Shape 43"/>
          <p:cNvSpPr/>
          <p:nvPr/>
        </p:nvSpPr>
        <p:spPr>
          <a:xfrm>
            <a:off x="7886700" y="3713378"/>
            <a:ext cx="214884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CEEEA"/>
            </a:solidFill>
            <a:prstDash val="solid"/>
          </a:ln>
        </p:spPr>
      </p:sp>
      <p:pic>
        <p:nvPicPr>
          <p:cNvPr id="54" name="Image 8" descr="/home/claude/deck/icons/x_gra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96428" y="3850538"/>
            <a:ext cx="182880" cy="182880"/>
          </a:xfrm>
          <a:prstGeom prst="rect">
            <a:avLst/>
          </a:prstGeom>
        </p:spPr>
      </p:pic>
      <p:sp>
        <p:nvSpPr>
          <p:cNvPr id="55" name="Text 44"/>
          <p:cNvSpPr/>
          <p:nvPr/>
        </p:nvSpPr>
        <p:spPr>
          <a:xfrm>
            <a:off x="8270748" y="376824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E2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Viernes</a:t>
            </a:r>
            <a:endParaRPr lang="en-US" sz="850" dirty="0"/>
          </a:p>
        </p:txBody>
      </p:sp>
      <p:sp>
        <p:nvSpPr>
          <p:cNvPr id="56" name="Text 45"/>
          <p:cNvSpPr/>
          <p:nvPr/>
        </p:nvSpPr>
        <p:spPr>
          <a:xfrm>
            <a:off x="8270748" y="394197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A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700" dirty="0"/>
          </a:p>
        </p:txBody>
      </p:sp>
      <p:sp>
        <p:nvSpPr>
          <p:cNvPr id="57" name="Shape 46"/>
          <p:cNvSpPr/>
          <p:nvPr/>
        </p:nvSpPr>
        <p:spPr>
          <a:xfrm>
            <a:off x="9075420" y="3841394"/>
            <a:ext cx="868680" cy="201168"/>
          </a:xfrm>
          <a:prstGeom prst="roundRect">
            <a:avLst>
              <a:gd name="adj" fmla="val 50000"/>
            </a:avLst>
          </a:prstGeom>
          <a:solidFill>
            <a:srgbClr val="F2D6D2"/>
          </a:solidFill>
          <a:ln/>
        </p:spPr>
      </p:sp>
      <p:sp>
        <p:nvSpPr>
          <p:cNvPr id="58" name="Text 47"/>
          <p:cNvSpPr/>
          <p:nvPr/>
        </p:nvSpPr>
        <p:spPr>
          <a:xfrm>
            <a:off x="9075420" y="384139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Ausente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471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8A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ASISTENCIA SENA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155680" y="65471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8A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5257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20" kern="0" dirty="0">
                <a:solidFill>
                  <a:srgbClr val="39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08 · INSTRUCTOR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5257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2E2F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Reportes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517904"/>
            <a:ext cx="5257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la asistencia de una ficha en un rango de fechas y exportar resultados.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2212848"/>
            <a:ext cx="5257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10" kern="0" dirty="0">
                <a:solidFill>
                  <a:srgbClr val="8A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PRINCIPALES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2505456"/>
            <a:ext cx="292608" cy="292608"/>
          </a:xfrm>
          <a:prstGeom prst="ellipse">
            <a:avLst/>
          </a:prstGeom>
          <a:solidFill>
            <a:srgbClr val="E7F3DB"/>
          </a:solidFill>
          <a:ln/>
        </p:spPr>
      </p:sp>
      <p:pic>
        <p:nvPicPr>
          <p:cNvPr id="9" name="Image 0" descr="/home/claude/deck/icons/filter_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679" y="2543495"/>
            <a:ext cx="216530" cy="21653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69264" y="2505456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E2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por ficha y periodo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953512"/>
            <a:ext cx="292608" cy="292608"/>
          </a:xfrm>
          <a:prstGeom prst="ellipse">
            <a:avLst/>
          </a:prstGeom>
          <a:solidFill>
            <a:srgbClr val="E7F3DB"/>
          </a:solidFill>
          <a:ln/>
        </p:spPr>
      </p:sp>
      <p:pic>
        <p:nvPicPr>
          <p:cNvPr id="12" name="Image 1" descr="/home/claude/deck/icons/barchart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679" y="2991551"/>
            <a:ext cx="216530" cy="21653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69264" y="2953512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E2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Grafico de asistencia semanal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401568"/>
            <a:ext cx="292608" cy="292608"/>
          </a:xfrm>
          <a:prstGeom prst="ellipse">
            <a:avLst/>
          </a:prstGeom>
          <a:solidFill>
            <a:srgbClr val="E7F3DB"/>
          </a:solidFill>
          <a:ln/>
        </p:spPr>
      </p:sp>
      <p:pic>
        <p:nvPicPr>
          <p:cNvPr id="15" name="Image 2" descr="/home/claude/deck/icons/download_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679" y="3439607"/>
            <a:ext cx="216530" cy="21653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69264" y="3401568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E2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Exportacion de reporte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548640" y="3922776"/>
            <a:ext cx="5257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10" kern="0" dirty="0">
                <a:solidFill>
                  <a:srgbClr val="8A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BOTONES IMPORTANTES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548640" y="4215384"/>
            <a:ext cx="1673352" cy="365760"/>
          </a:xfrm>
          <a:prstGeom prst="roundRect">
            <a:avLst>
              <a:gd name="adj" fmla="val 50000"/>
            </a:avLst>
          </a:prstGeom>
          <a:solidFill>
            <a:srgbClr val="39A900"/>
          </a:solidFill>
          <a:ln/>
        </p:spPr>
      </p:sp>
      <p:sp>
        <p:nvSpPr>
          <p:cNvPr id="19" name="Text 14"/>
          <p:cNvSpPr/>
          <p:nvPr/>
        </p:nvSpPr>
        <p:spPr>
          <a:xfrm>
            <a:off x="548640" y="4215384"/>
            <a:ext cx="167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Exportar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2386584" y="4215384"/>
            <a:ext cx="2112264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39A900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2386584" y="4215384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9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detalle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548640" y="4818888"/>
            <a:ext cx="5257800" cy="1563624"/>
          </a:xfrm>
          <a:prstGeom prst="roundRect">
            <a:avLst>
              <a:gd name="adj" fmla="val 5848"/>
            </a:avLst>
          </a:prstGeom>
          <a:solidFill>
            <a:srgbClr val="E7F3DB"/>
          </a:solidFill>
          <a:ln/>
        </p:spPr>
      </p:sp>
      <p:sp>
        <p:nvSpPr>
          <p:cNvPr id="23" name="Shape 18"/>
          <p:cNvSpPr/>
          <p:nvPr/>
        </p:nvSpPr>
        <p:spPr>
          <a:xfrm>
            <a:off x="731520" y="5426964"/>
            <a:ext cx="347472" cy="347472"/>
          </a:xfrm>
          <a:prstGeom prst="ellipse">
            <a:avLst/>
          </a:prstGeom>
          <a:solidFill>
            <a:srgbClr val="39A900"/>
          </a:solidFill>
          <a:ln/>
        </p:spPr>
      </p:sp>
      <p:pic>
        <p:nvPicPr>
          <p:cNvPr id="24" name="Image 3" descr="/home/claude/deck/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691" y="5472135"/>
            <a:ext cx="257129" cy="257129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207008" y="4946904"/>
            <a:ext cx="4434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1F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 PARA EL USUARIO</a:t>
            </a:r>
            <a:endParaRPr lang="en-US" sz="850" dirty="0"/>
          </a:p>
        </p:txBody>
      </p:sp>
      <p:sp>
        <p:nvSpPr>
          <p:cNvPr id="26" name="Text 20"/>
          <p:cNvSpPr/>
          <p:nvPr/>
        </p:nvSpPr>
        <p:spPr>
          <a:xfrm>
            <a:off x="1207008" y="5129784"/>
            <a:ext cx="443484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2E2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instructor sustenta decisiones academicas con datos precisos y visuales.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6309360" y="1645920"/>
            <a:ext cx="5303520" cy="37033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ADDD9"/>
            </a:solidFill>
            <a:prstDash val="solid"/>
          </a:ln>
          <a:effectLst>
            <a:outerShdw sx="100000" sy="100000" kx="0" ky="0" algn="bl" rotWithShape="0" blurRad="152400" dist="38100" dir="5400000">
              <a:srgbClr val="1A1A1A">
                <a:alpha val="22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309360" y="1645920"/>
            <a:ext cx="5303520" cy="448056"/>
          </a:xfrm>
          <a:prstGeom prst="roundRect">
            <a:avLst>
              <a:gd name="adj" fmla="val 18367"/>
            </a:avLst>
          </a:prstGeom>
          <a:solidFill>
            <a:srgbClr val="ECEEEA"/>
          </a:solidFill>
          <a:ln/>
        </p:spPr>
      </p:sp>
      <p:sp>
        <p:nvSpPr>
          <p:cNvPr id="29" name="Shape 23"/>
          <p:cNvSpPr/>
          <p:nvPr/>
        </p:nvSpPr>
        <p:spPr>
          <a:xfrm>
            <a:off x="6309360" y="1993392"/>
            <a:ext cx="5303520" cy="100584"/>
          </a:xfrm>
          <a:prstGeom prst="rect">
            <a:avLst/>
          </a:prstGeom>
          <a:solidFill>
            <a:srgbClr val="ECEEEA"/>
          </a:solidFill>
          <a:ln/>
        </p:spPr>
      </p:sp>
      <p:sp>
        <p:nvSpPr>
          <p:cNvPr id="30" name="Shape 24"/>
          <p:cNvSpPr/>
          <p:nvPr/>
        </p:nvSpPr>
        <p:spPr>
          <a:xfrm>
            <a:off x="6473952" y="1778508"/>
            <a:ext cx="100584" cy="100584"/>
          </a:xfrm>
          <a:prstGeom prst="ellipse">
            <a:avLst/>
          </a:prstGeom>
          <a:solidFill>
            <a:srgbClr val="E4695C"/>
          </a:solidFill>
          <a:ln/>
        </p:spPr>
      </p:sp>
      <p:sp>
        <p:nvSpPr>
          <p:cNvPr id="31" name="Shape 25"/>
          <p:cNvSpPr/>
          <p:nvPr/>
        </p:nvSpPr>
        <p:spPr>
          <a:xfrm>
            <a:off x="6675120" y="1778508"/>
            <a:ext cx="100584" cy="100584"/>
          </a:xfrm>
          <a:prstGeom prst="ellipse">
            <a:avLst/>
          </a:prstGeom>
          <a:solidFill>
            <a:srgbClr val="E8B23A"/>
          </a:solidFill>
          <a:ln/>
        </p:spPr>
      </p:sp>
      <p:sp>
        <p:nvSpPr>
          <p:cNvPr id="32" name="Shape 26"/>
          <p:cNvSpPr/>
          <p:nvPr/>
        </p:nvSpPr>
        <p:spPr>
          <a:xfrm>
            <a:off x="6876288" y="1778508"/>
            <a:ext cx="100584" cy="100584"/>
          </a:xfrm>
          <a:prstGeom prst="ellipse">
            <a:avLst/>
          </a:prstGeom>
          <a:solidFill>
            <a:srgbClr val="3FB94F"/>
          </a:solidFill>
          <a:ln/>
        </p:spPr>
      </p:sp>
      <p:sp>
        <p:nvSpPr>
          <p:cNvPr id="33" name="Shape 27"/>
          <p:cNvSpPr/>
          <p:nvPr/>
        </p:nvSpPr>
        <p:spPr>
          <a:xfrm>
            <a:off x="7178040" y="1728216"/>
            <a:ext cx="4114800" cy="201168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9525">
            <a:solidFill>
              <a:srgbClr val="D9DCD8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7296912" y="172821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asistencia.sena.edu.co</a:t>
            </a:r>
            <a:endParaRPr lang="en-US" sz="800" dirty="0"/>
          </a:p>
        </p:txBody>
      </p:sp>
      <p:sp>
        <p:nvSpPr>
          <p:cNvPr id="35" name="Shape 29"/>
          <p:cNvSpPr/>
          <p:nvPr/>
        </p:nvSpPr>
        <p:spPr>
          <a:xfrm>
            <a:off x="6510528" y="2203704"/>
            <a:ext cx="4901184" cy="365760"/>
          </a:xfrm>
          <a:prstGeom prst="rect">
            <a:avLst/>
          </a:prstGeom>
          <a:solidFill>
            <a:srgbClr val="1F5C00"/>
          </a:solidFill>
          <a:ln/>
        </p:spPr>
      </p:sp>
      <p:sp>
        <p:nvSpPr>
          <p:cNvPr id="36" name="Text 30"/>
          <p:cNvSpPr/>
          <p:nvPr/>
        </p:nvSpPr>
        <p:spPr>
          <a:xfrm>
            <a:off x="6711696" y="2203704"/>
            <a:ext cx="29407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Reportes de asistencia</a:t>
            </a:r>
            <a:endParaRPr lang="en-US" sz="1100" dirty="0"/>
          </a:p>
        </p:txBody>
      </p:sp>
      <p:sp>
        <p:nvSpPr>
          <p:cNvPr id="37" name="Shape 31"/>
          <p:cNvSpPr/>
          <p:nvPr/>
        </p:nvSpPr>
        <p:spPr>
          <a:xfrm>
            <a:off x="10954512" y="2267712"/>
            <a:ext cx="237744" cy="23774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8" name="Image 4" descr="/home/claude/deck/icons/user_gree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09376" y="2322576"/>
            <a:ext cx="128016" cy="128016"/>
          </a:xfrm>
          <a:prstGeom prst="rect">
            <a:avLst/>
          </a:prstGeom>
        </p:spPr>
      </p:pic>
      <p:sp>
        <p:nvSpPr>
          <p:cNvPr id="39" name="Shape 32"/>
          <p:cNvSpPr/>
          <p:nvPr/>
        </p:nvSpPr>
        <p:spPr>
          <a:xfrm>
            <a:off x="6510528" y="2697480"/>
            <a:ext cx="128016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DADDD9"/>
            </a:solidFill>
            <a:prstDash val="solid"/>
          </a:ln>
        </p:spPr>
      </p:sp>
      <p:sp>
        <p:nvSpPr>
          <p:cNvPr id="40" name="Text 33"/>
          <p:cNvSpPr/>
          <p:nvPr/>
        </p:nvSpPr>
        <p:spPr>
          <a:xfrm>
            <a:off x="6601968" y="26974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E2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2830145</a:t>
            </a:r>
            <a:endParaRPr lang="en-US" sz="750" dirty="0"/>
          </a:p>
        </p:txBody>
      </p:sp>
      <p:sp>
        <p:nvSpPr>
          <p:cNvPr id="41" name="Shape 34"/>
          <p:cNvSpPr/>
          <p:nvPr/>
        </p:nvSpPr>
        <p:spPr>
          <a:xfrm>
            <a:off x="7927848" y="2697480"/>
            <a:ext cx="137160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DADDD9"/>
            </a:solidFill>
            <a:prstDash val="solid"/>
          </a:ln>
        </p:spPr>
      </p:sp>
      <p:sp>
        <p:nvSpPr>
          <p:cNvPr id="42" name="Text 35"/>
          <p:cNvSpPr/>
          <p:nvPr/>
        </p:nvSpPr>
        <p:spPr>
          <a:xfrm>
            <a:off x="8019288" y="269748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E2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Ultimos 30 dias</a:t>
            </a:r>
            <a:endParaRPr lang="en-US" sz="750" dirty="0"/>
          </a:p>
        </p:txBody>
      </p:sp>
      <p:sp>
        <p:nvSpPr>
          <p:cNvPr id="43" name="Shape 36"/>
          <p:cNvSpPr/>
          <p:nvPr/>
        </p:nvSpPr>
        <p:spPr>
          <a:xfrm>
            <a:off x="10451592" y="2697480"/>
            <a:ext cx="960120" cy="292608"/>
          </a:xfrm>
          <a:prstGeom prst="roundRect">
            <a:avLst>
              <a:gd name="adj" fmla="val 18750"/>
            </a:avLst>
          </a:prstGeom>
          <a:solidFill>
            <a:srgbClr val="39A900"/>
          </a:solidFill>
          <a:ln/>
        </p:spPr>
      </p:sp>
      <p:pic>
        <p:nvPicPr>
          <p:cNvPr id="44" name="Image 5" descr="/home/claude/deck/icons/download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24744" y="2770632"/>
            <a:ext cx="146304" cy="146304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10725912" y="269748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Exportar</a:t>
            </a:r>
            <a:endParaRPr lang="en-US" sz="750" dirty="0"/>
          </a:p>
        </p:txBody>
      </p:sp>
      <p:sp>
        <p:nvSpPr>
          <p:cNvPr id="46" name="Text 38"/>
          <p:cNvSpPr/>
          <p:nvPr/>
        </p:nvSpPr>
        <p:spPr>
          <a:xfrm>
            <a:off x="6510528" y="3154680"/>
            <a:ext cx="4901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100" kern="0" dirty="0">
                <a:solidFill>
                  <a:srgbClr val="8A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ASISTENCIA POR SEMANA</a:t>
            </a:r>
            <a:endParaRPr lang="en-US" sz="750" dirty="0"/>
          </a:p>
        </p:txBody>
      </p:sp>
      <p:sp>
        <p:nvSpPr>
          <p:cNvPr id="47" name="Shape 39"/>
          <p:cNvSpPr/>
          <p:nvPr/>
        </p:nvSpPr>
        <p:spPr>
          <a:xfrm>
            <a:off x="6510528" y="4407408"/>
            <a:ext cx="3038734" cy="0"/>
          </a:xfrm>
          <a:prstGeom prst="line">
            <a:avLst/>
          </a:prstGeom>
          <a:noFill/>
          <a:ln w="12700">
            <a:solidFill>
              <a:srgbClr val="DADDD9"/>
            </a:solidFill>
            <a:prstDash val="solid"/>
          </a:ln>
        </p:spPr>
      </p:sp>
      <p:sp>
        <p:nvSpPr>
          <p:cNvPr id="48" name="Shape 40"/>
          <p:cNvSpPr/>
          <p:nvPr/>
        </p:nvSpPr>
        <p:spPr>
          <a:xfrm>
            <a:off x="6581432" y="3634114"/>
            <a:ext cx="364648" cy="773294"/>
          </a:xfrm>
          <a:prstGeom prst="roundRect">
            <a:avLst>
              <a:gd name="adj" fmla="val 5015"/>
            </a:avLst>
          </a:prstGeom>
          <a:solidFill>
            <a:srgbClr val="39A900"/>
          </a:solidFill>
          <a:ln/>
        </p:spPr>
      </p:sp>
      <p:sp>
        <p:nvSpPr>
          <p:cNvPr id="49" name="Shape 41"/>
          <p:cNvSpPr/>
          <p:nvPr/>
        </p:nvSpPr>
        <p:spPr>
          <a:xfrm>
            <a:off x="7087887" y="3564716"/>
            <a:ext cx="364648" cy="842692"/>
          </a:xfrm>
          <a:prstGeom prst="roundRect">
            <a:avLst>
              <a:gd name="adj" fmla="val 5015"/>
            </a:avLst>
          </a:prstGeom>
          <a:solidFill>
            <a:srgbClr val="39A900"/>
          </a:solidFill>
          <a:ln/>
        </p:spPr>
      </p:sp>
      <p:sp>
        <p:nvSpPr>
          <p:cNvPr id="50" name="Shape 42"/>
          <p:cNvSpPr/>
          <p:nvPr/>
        </p:nvSpPr>
        <p:spPr>
          <a:xfrm>
            <a:off x="7594343" y="3505232"/>
            <a:ext cx="364648" cy="902176"/>
          </a:xfrm>
          <a:prstGeom prst="roundRect">
            <a:avLst>
              <a:gd name="adj" fmla="val 5015"/>
            </a:avLst>
          </a:prstGeom>
          <a:solidFill>
            <a:srgbClr val="39A900"/>
          </a:solidFill>
          <a:ln/>
        </p:spPr>
      </p:sp>
      <p:sp>
        <p:nvSpPr>
          <p:cNvPr id="51" name="Shape 43"/>
          <p:cNvSpPr/>
          <p:nvPr/>
        </p:nvSpPr>
        <p:spPr>
          <a:xfrm>
            <a:off x="8100799" y="3534974"/>
            <a:ext cx="364648" cy="872434"/>
          </a:xfrm>
          <a:prstGeom prst="roundRect">
            <a:avLst>
              <a:gd name="adj" fmla="val 5015"/>
            </a:avLst>
          </a:prstGeom>
          <a:solidFill>
            <a:srgbClr val="39A900"/>
          </a:solidFill>
          <a:ln/>
        </p:spPr>
      </p:sp>
      <p:sp>
        <p:nvSpPr>
          <p:cNvPr id="52" name="Shape 44"/>
          <p:cNvSpPr/>
          <p:nvPr/>
        </p:nvSpPr>
        <p:spPr>
          <a:xfrm>
            <a:off x="8607255" y="3465576"/>
            <a:ext cx="364648" cy="941832"/>
          </a:xfrm>
          <a:prstGeom prst="roundRect">
            <a:avLst>
              <a:gd name="adj" fmla="val 5015"/>
            </a:avLst>
          </a:prstGeom>
          <a:solidFill>
            <a:srgbClr val="39A900"/>
          </a:solidFill>
          <a:ln/>
        </p:spPr>
      </p:sp>
      <p:sp>
        <p:nvSpPr>
          <p:cNvPr id="53" name="Shape 45"/>
          <p:cNvSpPr/>
          <p:nvPr/>
        </p:nvSpPr>
        <p:spPr>
          <a:xfrm>
            <a:off x="9113710" y="3594458"/>
            <a:ext cx="364648" cy="812950"/>
          </a:xfrm>
          <a:prstGeom prst="roundRect">
            <a:avLst>
              <a:gd name="adj" fmla="val 5015"/>
            </a:avLst>
          </a:prstGeom>
          <a:solidFill>
            <a:srgbClr val="39A900"/>
          </a:solidFill>
          <a:ln/>
        </p:spPr>
      </p:sp>
      <p:sp>
        <p:nvSpPr>
          <p:cNvPr id="54" name="Shape 46"/>
          <p:cNvSpPr/>
          <p:nvPr/>
        </p:nvSpPr>
        <p:spPr>
          <a:xfrm>
            <a:off x="9843333" y="3374136"/>
            <a:ext cx="1568379" cy="461772"/>
          </a:xfrm>
          <a:prstGeom prst="roundRect">
            <a:avLst>
              <a:gd name="adj" fmla="val 13861"/>
            </a:avLst>
          </a:prstGeom>
          <a:solidFill>
            <a:srgbClr val="FFFFFF"/>
          </a:solidFill>
          <a:ln w="9525">
            <a:solidFill>
              <a:srgbClr val="DADDD9"/>
            </a:solidFill>
            <a:prstDash val="solid"/>
          </a:ln>
        </p:spPr>
      </p:sp>
      <p:pic>
        <p:nvPicPr>
          <p:cNvPr id="55" name="Image 6" descr="/home/claude/deck/icons/trendingup_gree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71349" y="3483864"/>
            <a:ext cx="201168" cy="201168"/>
          </a:xfrm>
          <a:prstGeom prst="rect">
            <a:avLst/>
          </a:prstGeom>
        </p:spPr>
      </p:pic>
      <p:sp>
        <p:nvSpPr>
          <p:cNvPr id="56" name="Text 47"/>
          <p:cNvSpPr/>
          <p:nvPr/>
        </p:nvSpPr>
        <p:spPr>
          <a:xfrm>
            <a:off x="9971349" y="3739896"/>
            <a:ext cx="13123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E2F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89%</a:t>
            </a:r>
            <a:endParaRPr lang="en-US" sz="1700" dirty="0"/>
          </a:p>
        </p:txBody>
      </p:sp>
      <p:sp>
        <p:nvSpPr>
          <p:cNvPr id="57" name="Text 48"/>
          <p:cNvSpPr/>
          <p:nvPr/>
        </p:nvSpPr>
        <p:spPr>
          <a:xfrm>
            <a:off x="9971349" y="3543300"/>
            <a:ext cx="131234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A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asistencia</a:t>
            </a:r>
            <a:endParaRPr lang="en-US" sz="750" dirty="0"/>
          </a:p>
        </p:txBody>
      </p:sp>
      <p:sp>
        <p:nvSpPr>
          <p:cNvPr id="58" name="Shape 49"/>
          <p:cNvSpPr/>
          <p:nvPr/>
        </p:nvSpPr>
        <p:spPr>
          <a:xfrm>
            <a:off x="9843333" y="3945636"/>
            <a:ext cx="1568379" cy="461772"/>
          </a:xfrm>
          <a:prstGeom prst="roundRect">
            <a:avLst>
              <a:gd name="adj" fmla="val 13861"/>
            </a:avLst>
          </a:prstGeom>
          <a:solidFill>
            <a:srgbClr val="FFFFFF"/>
          </a:solidFill>
          <a:ln w="9525">
            <a:solidFill>
              <a:srgbClr val="DADDD9"/>
            </a:solidFill>
            <a:prstDash val="solid"/>
          </a:ln>
        </p:spPr>
      </p:sp>
      <p:pic>
        <p:nvPicPr>
          <p:cNvPr id="59" name="Image 7" descr="/home/claude/deck/icons/calendar_gree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71349" y="4055364"/>
            <a:ext cx="201168" cy="201168"/>
          </a:xfrm>
          <a:prstGeom prst="rect">
            <a:avLst/>
          </a:prstGeom>
        </p:spPr>
      </p:pic>
      <p:sp>
        <p:nvSpPr>
          <p:cNvPr id="60" name="Text 50"/>
          <p:cNvSpPr/>
          <p:nvPr/>
        </p:nvSpPr>
        <p:spPr>
          <a:xfrm>
            <a:off x="9971349" y="4311396"/>
            <a:ext cx="13123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E2F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1700" dirty="0"/>
          </a:p>
        </p:txBody>
      </p:sp>
      <p:sp>
        <p:nvSpPr>
          <p:cNvPr id="61" name="Text 51"/>
          <p:cNvSpPr/>
          <p:nvPr/>
        </p:nvSpPr>
        <p:spPr>
          <a:xfrm>
            <a:off x="9971349" y="4114800"/>
            <a:ext cx="131234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A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Clases registradas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471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8A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ASISTENCIA SENA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155680" y="65471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8A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5257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20" kern="0" dirty="0">
                <a:solidFill>
                  <a:srgbClr val="39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09 · INSTRUCTOR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5257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2E2F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Gestion de aprendices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517904"/>
            <a:ext cx="5257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Administrar el listado de aprendices, sus datos y su estado dentro de la ficha.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2212848"/>
            <a:ext cx="5257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10" kern="0" dirty="0">
                <a:solidFill>
                  <a:srgbClr val="8A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PRINCIPALES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2505456"/>
            <a:ext cx="292608" cy="292608"/>
          </a:xfrm>
          <a:prstGeom prst="ellipse">
            <a:avLst/>
          </a:prstGeom>
          <a:solidFill>
            <a:srgbClr val="E7F3DB"/>
          </a:solidFill>
          <a:ln/>
        </p:spPr>
      </p:sp>
      <p:pic>
        <p:nvPicPr>
          <p:cNvPr id="9" name="Image 0" descr="/home/claude/deck/icons/search_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679" y="2543495"/>
            <a:ext cx="216530" cy="21653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69264" y="2505456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E2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Buscador de aprendices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953512"/>
            <a:ext cx="292608" cy="292608"/>
          </a:xfrm>
          <a:prstGeom prst="ellipse">
            <a:avLst/>
          </a:prstGeom>
          <a:solidFill>
            <a:srgbClr val="E7F3DB"/>
          </a:solidFill>
          <a:ln/>
        </p:spPr>
      </p:sp>
      <p:pic>
        <p:nvPicPr>
          <p:cNvPr id="12" name="Image 1" descr="/home/claude/deck/icons/userplus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679" y="2991551"/>
            <a:ext cx="216530" cy="21653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69264" y="2953512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E2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nuevo aprendiz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401568"/>
            <a:ext cx="292608" cy="292608"/>
          </a:xfrm>
          <a:prstGeom prst="ellipse">
            <a:avLst/>
          </a:prstGeom>
          <a:solidFill>
            <a:srgbClr val="E7F3DB"/>
          </a:solidFill>
          <a:ln/>
        </p:spPr>
      </p:sp>
      <p:pic>
        <p:nvPicPr>
          <p:cNvPr id="15" name="Image 2" descr="/home/claude/deck/icons/edit_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679" y="3439607"/>
            <a:ext cx="216530" cy="21653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69264" y="3401568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E2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Edicion y eliminacion de registros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548640" y="3922776"/>
            <a:ext cx="5257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10" kern="0" dirty="0">
                <a:solidFill>
                  <a:srgbClr val="8A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BOTONES IMPORTANTES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548640" y="4215384"/>
            <a:ext cx="2551176" cy="365760"/>
          </a:xfrm>
          <a:prstGeom prst="roundRect">
            <a:avLst>
              <a:gd name="adj" fmla="val 50000"/>
            </a:avLst>
          </a:prstGeom>
          <a:solidFill>
            <a:srgbClr val="39A900"/>
          </a:solidFill>
          <a:ln/>
        </p:spPr>
      </p:sp>
      <p:sp>
        <p:nvSpPr>
          <p:cNvPr id="19" name="Text 14"/>
          <p:cNvSpPr/>
          <p:nvPr/>
        </p:nvSpPr>
        <p:spPr>
          <a:xfrm>
            <a:off x="548640" y="4215384"/>
            <a:ext cx="2551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 aprendiz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48640" y="4818888"/>
            <a:ext cx="5257800" cy="1563624"/>
          </a:xfrm>
          <a:prstGeom prst="roundRect">
            <a:avLst>
              <a:gd name="adj" fmla="val 5848"/>
            </a:avLst>
          </a:prstGeom>
          <a:solidFill>
            <a:srgbClr val="E7F3DB"/>
          </a:solidFill>
          <a:ln/>
        </p:spPr>
      </p:sp>
      <p:sp>
        <p:nvSpPr>
          <p:cNvPr id="21" name="Shape 16"/>
          <p:cNvSpPr/>
          <p:nvPr/>
        </p:nvSpPr>
        <p:spPr>
          <a:xfrm>
            <a:off x="731520" y="5426964"/>
            <a:ext cx="347472" cy="347472"/>
          </a:xfrm>
          <a:prstGeom prst="ellipse">
            <a:avLst/>
          </a:prstGeom>
          <a:solidFill>
            <a:srgbClr val="39A900"/>
          </a:solidFill>
          <a:ln/>
        </p:spPr>
      </p:sp>
      <p:pic>
        <p:nvPicPr>
          <p:cNvPr id="22" name="Image 3" descr="/home/claude/deck/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691" y="5472135"/>
            <a:ext cx="257129" cy="257129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207008" y="4946904"/>
            <a:ext cx="4434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1F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 PARA EL USUARIO</a:t>
            </a:r>
            <a:endParaRPr lang="en-US" sz="850" dirty="0"/>
          </a:p>
        </p:txBody>
      </p:sp>
      <p:sp>
        <p:nvSpPr>
          <p:cNvPr id="24" name="Text 18"/>
          <p:cNvSpPr/>
          <p:nvPr/>
        </p:nvSpPr>
        <p:spPr>
          <a:xfrm>
            <a:off x="1207008" y="5129784"/>
            <a:ext cx="443484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2E2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informacion de cada aprendiz se mantiene organizada y facil de actualizar.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6309360" y="1645920"/>
            <a:ext cx="5303520" cy="37033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ADDD9"/>
            </a:solidFill>
            <a:prstDash val="solid"/>
          </a:ln>
          <a:effectLst>
            <a:outerShdw sx="100000" sy="100000" kx="0" ky="0" algn="bl" rotWithShape="0" blurRad="152400" dist="38100" dir="5400000">
              <a:srgbClr val="1A1A1A">
                <a:alpha val="2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6309360" y="1645920"/>
            <a:ext cx="5303520" cy="448056"/>
          </a:xfrm>
          <a:prstGeom prst="roundRect">
            <a:avLst>
              <a:gd name="adj" fmla="val 18367"/>
            </a:avLst>
          </a:prstGeom>
          <a:solidFill>
            <a:srgbClr val="ECEEEA"/>
          </a:solidFill>
          <a:ln/>
        </p:spPr>
      </p:sp>
      <p:sp>
        <p:nvSpPr>
          <p:cNvPr id="27" name="Shape 21"/>
          <p:cNvSpPr/>
          <p:nvPr/>
        </p:nvSpPr>
        <p:spPr>
          <a:xfrm>
            <a:off x="6309360" y="1993392"/>
            <a:ext cx="5303520" cy="100584"/>
          </a:xfrm>
          <a:prstGeom prst="rect">
            <a:avLst/>
          </a:prstGeom>
          <a:solidFill>
            <a:srgbClr val="ECEEEA"/>
          </a:solidFill>
          <a:ln/>
        </p:spPr>
      </p:sp>
      <p:sp>
        <p:nvSpPr>
          <p:cNvPr id="28" name="Shape 22"/>
          <p:cNvSpPr/>
          <p:nvPr/>
        </p:nvSpPr>
        <p:spPr>
          <a:xfrm>
            <a:off x="6473952" y="1778508"/>
            <a:ext cx="100584" cy="100584"/>
          </a:xfrm>
          <a:prstGeom prst="ellipse">
            <a:avLst/>
          </a:prstGeom>
          <a:solidFill>
            <a:srgbClr val="E4695C"/>
          </a:solidFill>
          <a:ln/>
        </p:spPr>
      </p:sp>
      <p:sp>
        <p:nvSpPr>
          <p:cNvPr id="29" name="Shape 23"/>
          <p:cNvSpPr/>
          <p:nvPr/>
        </p:nvSpPr>
        <p:spPr>
          <a:xfrm>
            <a:off x="6675120" y="1778508"/>
            <a:ext cx="100584" cy="100584"/>
          </a:xfrm>
          <a:prstGeom prst="ellipse">
            <a:avLst/>
          </a:prstGeom>
          <a:solidFill>
            <a:srgbClr val="E8B23A"/>
          </a:solidFill>
          <a:ln/>
        </p:spPr>
      </p:sp>
      <p:sp>
        <p:nvSpPr>
          <p:cNvPr id="30" name="Shape 24"/>
          <p:cNvSpPr/>
          <p:nvPr/>
        </p:nvSpPr>
        <p:spPr>
          <a:xfrm>
            <a:off x="6876288" y="1778508"/>
            <a:ext cx="100584" cy="100584"/>
          </a:xfrm>
          <a:prstGeom prst="ellipse">
            <a:avLst/>
          </a:prstGeom>
          <a:solidFill>
            <a:srgbClr val="3FB94F"/>
          </a:solidFill>
          <a:ln/>
        </p:spPr>
      </p:sp>
      <p:sp>
        <p:nvSpPr>
          <p:cNvPr id="31" name="Shape 25"/>
          <p:cNvSpPr/>
          <p:nvPr/>
        </p:nvSpPr>
        <p:spPr>
          <a:xfrm>
            <a:off x="7178040" y="1728216"/>
            <a:ext cx="4114800" cy="201168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9525">
            <a:solidFill>
              <a:srgbClr val="D9DCD8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7296912" y="172821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asistencia.sena.edu.co</a:t>
            </a:r>
            <a:endParaRPr lang="en-US" sz="800" dirty="0"/>
          </a:p>
        </p:txBody>
      </p:sp>
      <p:sp>
        <p:nvSpPr>
          <p:cNvPr id="33" name="Shape 27"/>
          <p:cNvSpPr/>
          <p:nvPr/>
        </p:nvSpPr>
        <p:spPr>
          <a:xfrm>
            <a:off x="6510528" y="2203704"/>
            <a:ext cx="4901184" cy="365760"/>
          </a:xfrm>
          <a:prstGeom prst="rect">
            <a:avLst/>
          </a:prstGeom>
          <a:solidFill>
            <a:srgbClr val="1F5C00"/>
          </a:solidFill>
          <a:ln/>
        </p:spPr>
      </p:sp>
      <p:sp>
        <p:nvSpPr>
          <p:cNvPr id="34" name="Text 28"/>
          <p:cNvSpPr/>
          <p:nvPr/>
        </p:nvSpPr>
        <p:spPr>
          <a:xfrm>
            <a:off x="6711696" y="2203704"/>
            <a:ext cx="29407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Gestion de aprendices</a:t>
            </a:r>
            <a:endParaRPr lang="en-US" sz="1100" dirty="0"/>
          </a:p>
        </p:txBody>
      </p:sp>
      <p:sp>
        <p:nvSpPr>
          <p:cNvPr id="35" name="Shape 29"/>
          <p:cNvSpPr/>
          <p:nvPr/>
        </p:nvSpPr>
        <p:spPr>
          <a:xfrm>
            <a:off x="10954512" y="2267712"/>
            <a:ext cx="237744" cy="23774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6" name="Image 4" descr="/home/claude/deck/icons/user_gree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09376" y="2322576"/>
            <a:ext cx="128016" cy="128016"/>
          </a:xfrm>
          <a:prstGeom prst="rect">
            <a:avLst/>
          </a:prstGeom>
        </p:spPr>
      </p:pic>
      <p:sp>
        <p:nvSpPr>
          <p:cNvPr id="37" name="Shape 30"/>
          <p:cNvSpPr/>
          <p:nvPr/>
        </p:nvSpPr>
        <p:spPr>
          <a:xfrm>
            <a:off x="6510528" y="2697480"/>
            <a:ext cx="3712464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DADDD9"/>
            </a:solidFill>
            <a:prstDash val="solid"/>
          </a:ln>
        </p:spPr>
      </p:sp>
      <p:pic>
        <p:nvPicPr>
          <p:cNvPr id="38" name="Image 5" descr="/home/claude/deck/icons/search_gra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2770632"/>
            <a:ext cx="146304" cy="146304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6784848" y="26974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A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aprendiz...</a:t>
            </a:r>
            <a:endParaRPr lang="en-US" sz="750" dirty="0"/>
          </a:p>
        </p:txBody>
      </p:sp>
      <p:sp>
        <p:nvSpPr>
          <p:cNvPr id="40" name="Shape 32"/>
          <p:cNvSpPr/>
          <p:nvPr/>
        </p:nvSpPr>
        <p:spPr>
          <a:xfrm>
            <a:off x="10314432" y="2697480"/>
            <a:ext cx="1097280" cy="292608"/>
          </a:xfrm>
          <a:prstGeom prst="roundRect">
            <a:avLst>
              <a:gd name="adj" fmla="val 18750"/>
            </a:avLst>
          </a:prstGeom>
          <a:solidFill>
            <a:srgbClr val="39A900"/>
          </a:solidFill>
          <a:ln/>
        </p:spPr>
      </p:sp>
      <p:sp>
        <p:nvSpPr>
          <p:cNvPr id="41" name="Text 33"/>
          <p:cNvSpPr/>
          <p:nvPr/>
        </p:nvSpPr>
        <p:spPr>
          <a:xfrm>
            <a:off x="10314432" y="26974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Nuevo aprendiz</a:t>
            </a:r>
            <a:endParaRPr lang="en-US" sz="700" dirty="0"/>
          </a:p>
        </p:txBody>
      </p:sp>
      <p:sp>
        <p:nvSpPr>
          <p:cNvPr id="42" name="Text 34"/>
          <p:cNvSpPr/>
          <p:nvPr/>
        </p:nvSpPr>
        <p:spPr>
          <a:xfrm>
            <a:off x="6565392" y="3136392"/>
            <a:ext cx="176442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</a:t>
            </a:r>
            <a:endParaRPr lang="en-US" sz="700" dirty="0"/>
          </a:p>
        </p:txBody>
      </p:sp>
      <p:sp>
        <p:nvSpPr>
          <p:cNvPr id="43" name="Text 35"/>
          <p:cNvSpPr/>
          <p:nvPr/>
        </p:nvSpPr>
        <p:spPr>
          <a:xfrm>
            <a:off x="8329818" y="3136392"/>
            <a:ext cx="10782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</a:t>
            </a:r>
            <a:endParaRPr lang="en-US" sz="700" dirty="0"/>
          </a:p>
        </p:txBody>
      </p:sp>
      <p:sp>
        <p:nvSpPr>
          <p:cNvPr id="44" name="Text 36"/>
          <p:cNvSpPr/>
          <p:nvPr/>
        </p:nvSpPr>
        <p:spPr>
          <a:xfrm>
            <a:off x="9408079" y="3136392"/>
            <a:ext cx="88221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</a:t>
            </a:r>
            <a:endParaRPr lang="en-US" sz="700" dirty="0"/>
          </a:p>
        </p:txBody>
      </p:sp>
      <p:sp>
        <p:nvSpPr>
          <p:cNvPr id="45" name="Text 37"/>
          <p:cNvSpPr/>
          <p:nvPr/>
        </p:nvSpPr>
        <p:spPr>
          <a:xfrm>
            <a:off x="10290292" y="3136392"/>
            <a:ext cx="78418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</a:t>
            </a:r>
            <a:endParaRPr lang="en-US" sz="700" dirty="0"/>
          </a:p>
        </p:txBody>
      </p:sp>
      <p:sp>
        <p:nvSpPr>
          <p:cNvPr id="46" name="Text 38"/>
          <p:cNvSpPr/>
          <p:nvPr/>
        </p:nvSpPr>
        <p:spPr>
          <a:xfrm>
            <a:off x="11074481" y="3136392"/>
            <a:ext cx="3920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700" dirty="0"/>
          </a:p>
        </p:txBody>
      </p:sp>
      <p:sp>
        <p:nvSpPr>
          <p:cNvPr id="47" name="Shape 39"/>
          <p:cNvSpPr/>
          <p:nvPr/>
        </p:nvSpPr>
        <p:spPr>
          <a:xfrm>
            <a:off x="6510528" y="3364992"/>
            <a:ext cx="4901184" cy="329184"/>
          </a:xfrm>
          <a:prstGeom prst="rect">
            <a:avLst/>
          </a:prstGeom>
          <a:solidFill>
            <a:srgbClr val="F7F8F6"/>
          </a:solidFill>
          <a:ln/>
        </p:spPr>
      </p:sp>
      <p:sp>
        <p:nvSpPr>
          <p:cNvPr id="48" name="Shape 40"/>
          <p:cNvSpPr/>
          <p:nvPr/>
        </p:nvSpPr>
        <p:spPr>
          <a:xfrm>
            <a:off x="6583680" y="3392424"/>
            <a:ext cx="256032" cy="256032"/>
          </a:xfrm>
          <a:prstGeom prst="ellipse">
            <a:avLst/>
          </a:prstGeom>
          <a:solidFill>
            <a:srgbClr val="D4EAC2"/>
          </a:solidFill>
          <a:ln/>
        </p:spPr>
      </p:sp>
      <p:sp>
        <p:nvSpPr>
          <p:cNvPr id="49" name="Shape 41"/>
          <p:cNvSpPr/>
          <p:nvPr/>
        </p:nvSpPr>
        <p:spPr>
          <a:xfrm>
            <a:off x="6655369" y="3438510"/>
            <a:ext cx="112654" cy="112654"/>
          </a:xfrm>
          <a:prstGeom prst="ellipse">
            <a:avLst/>
          </a:prstGeom>
          <a:solidFill>
            <a:srgbClr val="D4EAC2"/>
          </a:solidFill>
          <a:ln/>
        </p:spPr>
      </p:sp>
      <p:pic>
        <p:nvPicPr>
          <p:cNvPr id="50" name="Image 6" descr="/home/claude/deck/icons/user_gree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0007" y="3443630"/>
            <a:ext cx="143378" cy="143378"/>
          </a:xfrm>
          <a:prstGeom prst="rect">
            <a:avLst/>
          </a:prstGeom>
        </p:spPr>
      </p:pic>
      <p:sp>
        <p:nvSpPr>
          <p:cNvPr id="51" name="Text 42"/>
          <p:cNvSpPr/>
          <p:nvPr/>
        </p:nvSpPr>
        <p:spPr>
          <a:xfrm>
            <a:off x="6894576" y="3392424"/>
            <a:ext cx="13986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E2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Camila Rojas</a:t>
            </a:r>
            <a:endParaRPr lang="en-US" sz="800" dirty="0"/>
          </a:p>
        </p:txBody>
      </p:sp>
      <p:sp>
        <p:nvSpPr>
          <p:cNvPr id="52" name="Text 43"/>
          <p:cNvSpPr/>
          <p:nvPr/>
        </p:nvSpPr>
        <p:spPr>
          <a:xfrm>
            <a:off x="8329818" y="3392424"/>
            <a:ext cx="10782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E2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1075.334</a:t>
            </a:r>
            <a:endParaRPr lang="en-US" sz="800" dirty="0"/>
          </a:p>
        </p:txBody>
      </p:sp>
      <p:sp>
        <p:nvSpPr>
          <p:cNvPr id="53" name="Text 44"/>
          <p:cNvSpPr/>
          <p:nvPr/>
        </p:nvSpPr>
        <p:spPr>
          <a:xfrm>
            <a:off x="9408079" y="3392424"/>
            <a:ext cx="88221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E2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2830145</a:t>
            </a:r>
            <a:endParaRPr lang="en-US" sz="800" dirty="0"/>
          </a:p>
        </p:txBody>
      </p:sp>
      <p:sp>
        <p:nvSpPr>
          <p:cNvPr id="54" name="Shape 45"/>
          <p:cNvSpPr/>
          <p:nvPr/>
        </p:nvSpPr>
        <p:spPr>
          <a:xfrm>
            <a:off x="10235428" y="3410712"/>
            <a:ext cx="692749" cy="219456"/>
          </a:xfrm>
          <a:prstGeom prst="roundRect">
            <a:avLst>
              <a:gd name="adj" fmla="val 50000"/>
            </a:avLst>
          </a:prstGeom>
          <a:solidFill>
            <a:srgbClr val="D4EAC2"/>
          </a:solidFill>
          <a:ln/>
        </p:spPr>
      </p:sp>
      <p:sp>
        <p:nvSpPr>
          <p:cNvPr id="55" name="Text 46"/>
          <p:cNvSpPr/>
          <p:nvPr/>
        </p:nvSpPr>
        <p:spPr>
          <a:xfrm>
            <a:off x="10235428" y="3410712"/>
            <a:ext cx="69274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</a:t>
            </a:r>
            <a:endParaRPr lang="en-US" sz="750" dirty="0"/>
          </a:p>
        </p:txBody>
      </p:sp>
      <p:pic>
        <p:nvPicPr>
          <p:cNvPr id="56" name="Image 7" descr="/home/claude/deck/icons/edit_gra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19617" y="3419856"/>
            <a:ext cx="146304" cy="146304"/>
          </a:xfrm>
          <a:prstGeom prst="rect">
            <a:avLst/>
          </a:prstGeom>
        </p:spPr>
      </p:pic>
      <p:pic>
        <p:nvPicPr>
          <p:cNvPr id="57" name="Image 8" descr="/home/claude/deck/icons/trash_gra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20785" y="3419856"/>
            <a:ext cx="146304" cy="146304"/>
          </a:xfrm>
          <a:prstGeom prst="rect">
            <a:avLst/>
          </a:prstGeom>
        </p:spPr>
      </p:pic>
      <p:sp>
        <p:nvSpPr>
          <p:cNvPr id="58" name="Shape 47"/>
          <p:cNvSpPr/>
          <p:nvPr/>
        </p:nvSpPr>
        <p:spPr>
          <a:xfrm>
            <a:off x="6583680" y="3758184"/>
            <a:ext cx="256032" cy="256032"/>
          </a:xfrm>
          <a:prstGeom prst="ellipse">
            <a:avLst/>
          </a:prstGeom>
          <a:solidFill>
            <a:srgbClr val="D4EAC2"/>
          </a:solidFill>
          <a:ln/>
        </p:spPr>
      </p:sp>
      <p:sp>
        <p:nvSpPr>
          <p:cNvPr id="59" name="Shape 48"/>
          <p:cNvSpPr/>
          <p:nvPr/>
        </p:nvSpPr>
        <p:spPr>
          <a:xfrm>
            <a:off x="6655369" y="3804270"/>
            <a:ext cx="112654" cy="112654"/>
          </a:xfrm>
          <a:prstGeom prst="ellipse">
            <a:avLst/>
          </a:prstGeom>
          <a:solidFill>
            <a:srgbClr val="D4EAC2"/>
          </a:solidFill>
          <a:ln/>
        </p:spPr>
      </p:sp>
      <p:pic>
        <p:nvPicPr>
          <p:cNvPr id="60" name="Image 9" descr="/home/claude/deck/icons/user_green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40007" y="3809390"/>
            <a:ext cx="143378" cy="143378"/>
          </a:xfrm>
          <a:prstGeom prst="rect">
            <a:avLst/>
          </a:prstGeom>
        </p:spPr>
      </p:pic>
      <p:sp>
        <p:nvSpPr>
          <p:cNvPr id="61" name="Text 49"/>
          <p:cNvSpPr/>
          <p:nvPr/>
        </p:nvSpPr>
        <p:spPr>
          <a:xfrm>
            <a:off x="6894576" y="3758184"/>
            <a:ext cx="13986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E2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Julian Perez</a:t>
            </a:r>
            <a:endParaRPr lang="en-US" sz="800" dirty="0"/>
          </a:p>
        </p:txBody>
      </p:sp>
      <p:sp>
        <p:nvSpPr>
          <p:cNvPr id="62" name="Text 50"/>
          <p:cNvSpPr/>
          <p:nvPr/>
        </p:nvSpPr>
        <p:spPr>
          <a:xfrm>
            <a:off x="8329818" y="3758184"/>
            <a:ext cx="10782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E2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1098.221</a:t>
            </a:r>
            <a:endParaRPr lang="en-US" sz="800" dirty="0"/>
          </a:p>
        </p:txBody>
      </p:sp>
      <p:sp>
        <p:nvSpPr>
          <p:cNvPr id="63" name="Text 51"/>
          <p:cNvSpPr/>
          <p:nvPr/>
        </p:nvSpPr>
        <p:spPr>
          <a:xfrm>
            <a:off x="9408079" y="3758184"/>
            <a:ext cx="88221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E2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2830145</a:t>
            </a:r>
            <a:endParaRPr lang="en-US" sz="800" dirty="0"/>
          </a:p>
        </p:txBody>
      </p:sp>
      <p:sp>
        <p:nvSpPr>
          <p:cNvPr id="64" name="Shape 52"/>
          <p:cNvSpPr/>
          <p:nvPr/>
        </p:nvSpPr>
        <p:spPr>
          <a:xfrm>
            <a:off x="10235428" y="3776472"/>
            <a:ext cx="692749" cy="219456"/>
          </a:xfrm>
          <a:prstGeom prst="roundRect">
            <a:avLst>
              <a:gd name="adj" fmla="val 50000"/>
            </a:avLst>
          </a:prstGeom>
          <a:solidFill>
            <a:srgbClr val="D4EAC2"/>
          </a:solidFill>
          <a:ln/>
        </p:spPr>
      </p:sp>
      <p:sp>
        <p:nvSpPr>
          <p:cNvPr id="65" name="Text 53"/>
          <p:cNvSpPr/>
          <p:nvPr/>
        </p:nvSpPr>
        <p:spPr>
          <a:xfrm>
            <a:off x="10235428" y="3776472"/>
            <a:ext cx="69274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</a:t>
            </a:r>
            <a:endParaRPr lang="en-US" sz="750" dirty="0"/>
          </a:p>
        </p:txBody>
      </p:sp>
      <p:pic>
        <p:nvPicPr>
          <p:cNvPr id="66" name="Image 10" descr="/home/claude/deck/icons/edit_gray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019617" y="3785616"/>
            <a:ext cx="146304" cy="146304"/>
          </a:xfrm>
          <a:prstGeom prst="rect">
            <a:avLst/>
          </a:prstGeom>
        </p:spPr>
      </p:pic>
      <p:pic>
        <p:nvPicPr>
          <p:cNvPr id="67" name="Image 11" descr="/home/claude/deck/icons/trash_gray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220785" y="3785616"/>
            <a:ext cx="146304" cy="146304"/>
          </a:xfrm>
          <a:prstGeom prst="rect">
            <a:avLst/>
          </a:prstGeom>
        </p:spPr>
      </p:pic>
      <p:sp>
        <p:nvSpPr>
          <p:cNvPr id="68" name="Shape 54"/>
          <p:cNvSpPr/>
          <p:nvPr/>
        </p:nvSpPr>
        <p:spPr>
          <a:xfrm>
            <a:off x="6510528" y="4096512"/>
            <a:ext cx="4901184" cy="329184"/>
          </a:xfrm>
          <a:prstGeom prst="rect">
            <a:avLst/>
          </a:prstGeom>
          <a:solidFill>
            <a:srgbClr val="F7F8F6"/>
          </a:solidFill>
          <a:ln/>
        </p:spPr>
      </p:sp>
      <p:sp>
        <p:nvSpPr>
          <p:cNvPr id="69" name="Shape 55"/>
          <p:cNvSpPr/>
          <p:nvPr/>
        </p:nvSpPr>
        <p:spPr>
          <a:xfrm>
            <a:off x="6583680" y="4123944"/>
            <a:ext cx="256032" cy="256032"/>
          </a:xfrm>
          <a:prstGeom prst="ellipse">
            <a:avLst/>
          </a:prstGeom>
          <a:solidFill>
            <a:srgbClr val="D4EAC2"/>
          </a:solidFill>
          <a:ln/>
        </p:spPr>
      </p:sp>
      <p:sp>
        <p:nvSpPr>
          <p:cNvPr id="70" name="Shape 56"/>
          <p:cNvSpPr/>
          <p:nvPr/>
        </p:nvSpPr>
        <p:spPr>
          <a:xfrm>
            <a:off x="6655369" y="4170030"/>
            <a:ext cx="112654" cy="112654"/>
          </a:xfrm>
          <a:prstGeom prst="ellipse">
            <a:avLst/>
          </a:prstGeom>
          <a:solidFill>
            <a:srgbClr val="D4EAC2"/>
          </a:solidFill>
          <a:ln/>
        </p:spPr>
      </p:sp>
      <p:pic>
        <p:nvPicPr>
          <p:cNvPr id="71" name="Image 12" descr="/home/claude/deck/icons/user_green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40007" y="4175150"/>
            <a:ext cx="143378" cy="143378"/>
          </a:xfrm>
          <a:prstGeom prst="rect">
            <a:avLst/>
          </a:prstGeom>
        </p:spPr>
      </p:pic>
      <p:sp>
        <p:nvSpPr>
          <p:cNvPr id="72" name="Text 57"/>
          <p:cNvSpPr/>
          <p:nvPr/>
        </p:nvSpPr>
        <p:spPr>
          <a:xfrm>
            <a:off x="6894576" y="4123944"/>
            <a:ext cx="13986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E2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Laura Diaz</a:t>
            </a:r>
            <a:endParaRPr lang="en-US" sz="800" dirty="0"/>
          </a:p>
        </p:txBody>
      </p:sp>
      <p:sp>
        <p:nvSpPr>
          <p:cNvPr id="73" name="Text 58"/>
          <p:cNvSpPr/>
          <p:nvPr/>
        </p:nvSpPr>
        <p:spPr>
          <a:xfrm>
            <a:off x="8329818" y="4123944"/>
            <a:ext cx="10782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E2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1005.117</a:t>
            </a:r>
            <a:endParaRPr lang="en-US" sz="800" dirty="0"/>
          </a:p>
        </p:txBody>
      </p:sp>
      <p:sp>
        <p:nvSpPr>
          <p:cNvPr id="74" name="Text 59"/>
          <p:cNvSpPr/>
          <p:nvPr/>
        </p:nvSpPr>
        <p:spPr>
          <a:xfrm>
            <a:off x="9408079" y="4123944"/>
            <a:ext cx="88221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E2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2830146</a:t>
            </a:r>
            <a:endParaRPr lang="en-US" sz="800" dirty="0"/>
          </a:p>
        </p:txBody>
      </p:sp>
      <p:sp>
        <p:nvSpPr>
          <p:cNvPr id="75" name="Shape 60"/>
          <p:cNvSpPr/>
          <p:nvPr/>
        </p:nvSpPr>
        <p:spPr>
          <a:xfrm>
            <a:off x="10235428" y="4142232"/>
            <a:ext cx="692749" cy="219456"/>
          </a:xfrm>
          <a:prstGeom prst="roundRect">
            <a:avLst>
              <a:gd name="adj" fmla="val 50000"/>
            </a:avLst>
          </a:prstGeom>
          <a:solidFill>
            <a:srgbClr val="EDEEEB"/>
          </a:solidFill>
          <a:ln/>
        </p:spPr>
      </p:sp>
      <p:sp>
        <p:nvSpPr>
          <p:cNvPr id="76" name="Text 61"/>
          <p:cNvSpPr/>
          <p:nvPr/>
        </p:nvSpPr>
        <p:spPr>
          <a:xfrm>
            <a:off x="10235428" y="4142232"/>
            <a:ext cx="69274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A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Inactivo</a:t>
            </a:r>
            <a:endParaRPr lang="en-US" sz="750" dirty="0"/>
          </a:p>
        </p:txBody>
      </p:sp>
      <p:pic>
        <p:nvPicPr>
          <p:cNvPr id="77" name="Image 13" descr="/home/claude/deck/icons/edit_gray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019617" y="4151376"/>
            <a:ext cx="146304" cy="146304"/>
          </a:xfrm>
          <a:prstGeom prst="rect">
            <a:avLst/>
          </a:prstGeom>
        </p:spPr>
      </p:pic>
      <p:pic>
        <p:nvPicPr>
          <p:cNvPr id="78" name="Image 14" descr="/home/claude/deck/icons/trash_gray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220785" y="4151376"/>
            <a:ext cx="146304" cy="14630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471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8A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ASISTENCIA SENA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155680" y="65471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8A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5257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20" kern="0" dirty="0">
                <a:solidFill>
                  <a:srgbClr val="39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10 · INSTRUCTOR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5257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2E2F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Gestion de fichas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517904"/>
            <a:ext cx="5257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y administrar las fichas de formacion asociadas a cada instructor.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2212848"/>
            <a:ext cx="5257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10" kern="0" dirty="0">
                <a:solidFill>
                  <a:srgbClr val="8A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PRINCIPALES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2505456"/>
            <a:ext cx="292608" cy="292608"/>
          </a:xfrm>
          <a:prstGeom prst="ellipse">
            <a:avLst/>
          </a:prstGeom>
          <a:solidFill>
            <a:srgbClr val="E7F3DB"/>
          </a:solidFill>
          <a:ln/>
        </p:spPr>
      </p:sp>
      <p:pic>
        <p:nvPicPr>
          <p:cNvPr id="9" name="Image 0" descr="/home/claude/deck/icons/folder_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679" y="2543495"/>
            <a:ext cx="216530" cy="21653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69264" y="2505456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E2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Tarjetas por ficha con resumen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953512"/>
            <a:ext cx="292608" cy="292608"/>
          </a:xfrm>
          <a:prstGeom prst="ellipse">
            <a:avLst/>
          </a:prstGeom>
          <a:solidFill>
            <a:srgbClr val="E7F3DB"/>
          </a:solidFill>
          <a:ln/>
        </p:spPr>
      </p:sp>
      <p:pic>
        <p:nvPicPr>
          <p:cNvPr id="12" name="Image 1" descr="/home/claude/deck/icons/users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679" y="2991551"/>
            <a:ext cx="216530" cy="21653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69264" y="2953512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E2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Cantidad de aprendices por ficha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401568"/>
            <a:ext cx="292608" cy="292608"/>
          </a:xfrm>
          <a:prstGeom prst="ellipse">
            <a:avLst/>
          </a:prstGeom>
          <a:solidFill>
            <a:srgbClr val="E7F3DB"/>
          </a:solidFill>
          <a:ln/>
        </p:spPr>
      </p:sp>
      <p:pic>
        <p:nvPicPr>
          <p:cNvPr id="15" name="Image 2" descr="/home/claude/deck/icons/pluscircle_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679" y="3439607"/>
            <a:ext cx="216530" cy="21653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69264" y="3401568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E2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Creacion de nueva ficha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548640" y="3922776"/>
            <a:ext cx="5257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10" kern="0" dirty="0">
                <a:solidFill>
                  <a:srgbClr val="8A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BOTONES IMPORTANTES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548640" y="4215384"/>
            <a:ext cx="2112264" cy="365760"/>
          </a:xfrm>
          <a:prstGeom prst="roundRect">
            <a:avLst>
              <a:gd name="adj" fmla="val 50000"/>
            </a:avLst>
          </a:prstGeom>
          <a:solidFill>
            <a:srgbClr val="39A900"/>
          </a:solidFill>
          <a:ln/>
        </p:spPr>
      </p:sp>
      <p:sp>
        <p:nvSpPr>
          <p:cNvPr id="19" name="Text 14"/>
          <p:cNvSpPr/>
          <p:nvPr/>
        </p:nvSpPr>
        <p:spPr>
          <a:xfrm>
            <a:off x="548640" y="4215384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 ficha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48640" y="4818888"/>
            <a:ext cx="5257800" cy="1563624"/>
          </a:xfrm>
          <a:prstGeom prst="roundRect">
            <a:avLst>
              <a:gd name="adj" fmla="val 5848"/>
            </a:avLst>
          </a:prstGeom>
          <a:solidFill>
            <a:srgbClr val="E7F3DB"/>
          </a:solidFill>
          <a:ln/>
        </p:spPr>
      </p:sp>
      <p:sp>
        <p:nvSpPr>
          <p:cNvPr id="21" name="Shape 16"/>
          <p:cNvSpPr/>
          <p:nvPr/>
        </p:nvSpPr>
        <p:spPr>
          <a:xfrm>
            <a:off x="731520" y="5426964"/>
            <a:ext cx="347472" cy="347472"/>
          </a:xfrm>
          <a:prstGeom prst="ellipse">
            <a:avLst/>
          </a:prstGeom>
          <a:solidFill>
            <a:srgbClr val="39A900"/>
          </a:solidFill>
          <a:ln/>
        </p:spPr>
      </p:sp>
      <p:pic>
        <p:nvPicPr>
          <p:cNvPr id="22" name="Image 3" descr="/home/claude/deck/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691" y="5472135"/>
            <a:ext cx="257129" cy="257129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207008" y="4946904"/>
            <a:ext cx="4434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1F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 PARA EL USUARIO</a:t>
            </a:r>
            <a:endParaRPr lang="en-US" sz="850" dirty="0"/>
          </a:p>
        </p:txBody>
      </p:sp>
      <p:sp>
        <p:nvSpPr>
          <p:cNvPr id="24" name="Text 18"/>
          <p:cNvSpPr/>
          <p:nvPr/>
        </p:nvSpPr>
        <p:spPr>
          <a:xfrm>
            <a:off x="1207008" y="5129784"/>
            <a:ext cx="443484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2E2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instructor organiza varios grupos de formacion desde un solo lugar.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6309360" y="1645920"/>
            <a:ext cx="5303520" cy="37033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ADDD9"/>
            </a:solidFill>
            <a:prstDash val="solid"/>
          </a:ln>
          <a:effectLst>
            <a:outerShdw sx="100000" sy="100000" kx="0" ky="0" algn="bl" rotWithShape="0" blurRad="152400" dist="38100" dir="5400000">
              <a:srgbClr val="1A1A1A">
                <a:alpha val="2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6309360" y="1645920"/>
            <a:ext cx="5303520" cy="448056"/>
          </a:xfrm>
          <a:prstGeom prst="roundRect">
            <a:avLst>
              <a:gd name="adj" fmla="val 18367"/>
            </a:avLst>
          </a:prstGeom>
          <a:solidFill>
            <a:srgbClr val="ECEEEA"/>
          </a:solidFill>
          <a:ln/>
        </p:spPr>
      </p:sp>
      <p:sp>
        <p:nvSpPr>
          <p:cNvPr id="27" name="Shape 21"/>
          <p:cNvSpPr/>
          <p:nvPr/>
        </p:nvSpPr>
        <p:spPr>
          <a:xfrm>
            <a:off x="6309360" y="1993392"/>
            <a:ext cx="5303520" cy="100584"/>
          </a:xfrm>
          <a:prstGeom prst="rect">
            <a:avLst/>
          </a:prstGeom>
          <a:solidFill>
            <a:srgbClr val="ECEEEA"/>
          </a:solidFill>
          <a:ln/>
        </p:spPr>
      </p:sp>
      <p:sp>
        <p:nvSpPr>
          <p:cNvPr id="28" name="Shape 22"/>
          <p:cNvSpPr/>
          <p:nvPr/>
        </p:nvSpPr>
        <p:spPr>
          <a:xfrm>
            <a:off x="6473952" y="1778508"/>
            <a:ext cx="100584" cy="100584"/>
          </a:xfrm>
          <a:prstGeom prst="ellipse">
            <a:avLst/>
          </a:prstGeom>
          <a:solidFill>
            <a:srgbClr val="E4695C"/>
          </a:solidFill>
          <a:ln/>
        </p:spPr>
      </p:sp>
      <p:sp>
        <p:nvSpPr>
          <p:cNvPr id="29" name="Shape 23"/>
          <p:cNvSpPr/>
          <p:nvPr/>
        </p:nvSpPr>
        <p:spPr>
          <a:xfrm>
            <a:off x="6675120" y="1778508"/>
            <a:ext cx="100584" cy="100584"/>
          </a:xfrm>
          <a:prstGeom prst="ellipse">
            <a:avLst/>
          </a:prstGeom>
          <a:solidFill>
            <a:srgbClr val="E8B23A"/>
          </a:solidFill>
          <a:ln/>
        </p:spPr>
      </p:sp>
      <p:sp>
        <p:nvSpPr>
          <p:cNvPr id="30" name="Shape 24"/>
          <p:cNvSpPr/>
          <p:nvPr/>
        </p:nvSpPr>
        <p:spPr>
          <a:xfrm>
            <a:off x="6876288" y="1778508"/>
            <a:ext cx="100584" cy="100584"/>
          </a:xfrm>
          <a:prstGeom prst="ellipse">
            <a:avLst/>
          </a:prstGeom>
          <a:solidFill>
            <a:srgbClr val="3FB94F"/>
          </a:solidFill>
          <a:ln/>
        </p:spPr>
      </p:sp>
      <p:sp>
        <p:nvSpPr>
          <p:cNvPr id="31" name="Shape 25"/>
          <p:cNvSpPr/>
          <p:nvPr/>
        </p:nvSpPr>
        <p:spPr>
          <a:xfrm>
            <a:off x="7178040" y="1728216"/>
            <a:ext cx="4114800" cy="201168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9525">
            <a:solidFill>
              <a:srgbClr val="D9DCD8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7296912" y="172821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asistencia.sena.edu.co</a:t>
            </a:r>
            <a:endParaRPr lang="en-US" sz="800" dirty="0"/>
          </a:p>
        </p:txBody>
      </p:sp>
      <p:sp>
        <p:nvSpPr>
          <p:cNvPr id="33" name="Shape 27"/>
          <p:cNvSpPr/>
          <p:nvPr/>
        </p:nvSpPr>
        <p:spPr>
          <a:xfrm>
            <a:off x="6510528" y="2203704"/>
            <a:ext cx="4901184" cy="365760"/>
          </a:xfrm>
          <a:prstGeom prst="rect">
            <a:avLst/>
          </a:prstGeom>
          <a:solidFill>
            <a:srgbClr val="1F5C00"/>
          </a:solidFill>
          <a:ln/>
        </p:spPr>
      </p:sp>
      <p:sp>
        <p:nvSpPr>
          <p:cNvPr id="34" name="Text 28"/>
          <p:cNvSpPr/>
          <p:nvPr/>
        </p:nvSpPr>
        <p:spPr>
          <a:xfrm>
            <a:off x="6711696" y="2203704"/>
            <a:ext cx="29407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Gestion de fichas</a:t>
            </a:r>
            <a:endParaRPr lang="en-US" sz="1100" dirty="0"/>
          </a:p>
        </p:txBody>
      </p:sp>
      <p:sp>
        <p:nvSpPr>
          <p:cNvPr id="35" name="Shape 29"/>
          <p:cNvSpPr/>
          <p:nvPr/>
        </p:nvSpPr>
        <p:spPr>
          <a:xfrm>
            <a:off x="10954512" y="2267712"/>
            <a:ext cx="237744" cy="23774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6" name="Image 4" descr="/home/claude/deck/icons/user_gree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09376" y="2322576"/>
            <a:ext cx="128016" cy="128016"/>
          </a:xfrm>
          <a:prstGeom prst="rect">
            <a:avLst/>
          </a:prstGeom>
        </p:spPr>
      </p:pic>
      <p:sp>
        <p:nvSpPr>
          <p:cNvPr id="37" name="Shape 30"/>
          <p:cNvSpPr/>
          <p:nvPr/>
        </p:nvSpPr>
        <p:spPr>
          <a:xfrm>
            <a:off x="6510528" y="2734056"/>
            <a:ext cx="1542288" cy="2404872"/>
          </a:xfrm>
          <a:prstGeom prst="roundRect">
            <a:avLst>
              <a:gd name="adj" fmla="val 4743"/>
            </a:avLst>
          </a:prstGeom>
          <a:solidFill>
            <a:srgbClr val="FFFFFF"/>
          </a:solidFill>
          <a:ln w="9525">
            <a:solidFill>
              <a:srgbClr val="DADDD9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6638544" y="2862072"/>
            <a:ext cx="310896" cy="310896"/>
          </a:xfrm>
          <a:prstGeom prst="ellipse">
            <a:avLst/>
          </a:prstGeom>
          <a:solidFill>
            <a:srgbClr val="E7F3DB"/>
          </a:solidFill>
          <a:ln/>
        </p:spPr>
      </p:sp>
      <p:pic>
        <p:nvPicPr>
          <p:cNvPr id="39" name="Image 5" descr="/home/claude/deck/icons/folder_gree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8960" y="2902488"/>
            <a:ext cx="230063" cy="230063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7040880" y="2880360"/>
            <a:ext cx="993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E2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2830145</a:t>
            </a:r>
            <a:endParaRPr lang="en-US" sz="950" dirty="0"/>
          </a:p>
        </p:txBody>
      </p:sp>
      <p:sp>
        <p:nvSpPr>
          <p:cNvPr id="41" name="Text 33"/>
          <p:cNvSpPr/>
          <p:nvPr/>
        </p:nvSpPr>
        <p:spPr>
          <a:xfrm>
            <a:off x="7040880" y="3081528"/>
            <a:ext cx="993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A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ADSO - 3T</a:t>
            </a:r>
            <a:endParaRPr lang="en-US" sz="750" dirty="0"/>
          </a:p>
        </p:txBody>
      </p:sp>
      <p:sp>
        <p:nvSpPr>
          <p:cNvPr id="42" name="Shape 34"/>
          <p:cNvSpPr/>
          <p:nvPr/>
        </p:nvSpPr>
        <p:spPr>
          <a:xfrm>
            <a:off x="6647688" y="3374136"/>
            <a:ext cx="1267968" cy="0"/>
          </a:xfrm>
          <a:prstGeom prst="line">
            <a:avLst/>
          </a:prstGeom>
          <a:noFill/>
          <a:ln w="9525">
            <a:solidFill>
              <a:srgbClr val="EDEEEA"/>
            </a:solidFill>
            <a:prstDash val="solid"/>
          </a:ln>
        </p:spPr>
      </p:sp>
      <p:sp>
        <p:nvSpPr>
          <p:cNvPr id="43" name="Text 35"/>
          <p:cNvSpPr/>
          <p:nvPr/>
        </p:nvSpPr>
        <p:spPr>
          <a:xfrm>
            <a:off x="6647688" y="3465576"/>
            <a:ext cx="1267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E2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aprendices</a:t>
            </a:r>
            <a:endParaRPr lang="en-US" sz="800" dirty="0"/>
          </a:p>
        </p:txBody>
      </p:sp>
      <p:sp>
        <p:nvSpPr>
          <p:cNvPr id="44" name="Text 36"/>
          <p:cNvSpPr/>
          <p:nvPr/>
        </p:nvSpPr>
        <p:spPr>
          <a:xfrm>
            <a:off x="6647688" y="3666744"/>
            <a:ext cx="1267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A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A. Gomez</a:t>
            </a:r>
            <a:endParaRPr lang="en-US" sz="700" dirty="0"/>
          </a:p>
        </p:txBody>
      </p:sp>
      <p:sp>
        <p:nvSpPr>
          <p:cNvPr id="45" name="Shape 37"/>
          <p:cNvSpPr/>
          <p:nvPr/>
        </p:nvSpPr>
        <p:spPr>
          <a:xfrm>
            <a:off x="8189976" y="2734056"/>
            <a:ext cx="1542288" cy="2404872"/>
          </a:xfrm>
          <a:prstGeom prst="roundRect">
            <a:avLst>
              <a:gd name="adj" fmla="val 4743"/>
            </a:avLst>
          </a:prstGeom>
          <a:solidFill>
            <a:srgbClr val="FFFFFF"/>
          </a:solidFill>
          <a:ln w="9525">
            <a:solidFill>
              <a:srgbClr val="DADDD9"/>
            </a:solidFill>
            <a:prstDash val="solid"/>
          </a:ln>
        </p:spPr>
      </p:sp>
      <p:sp>
        <p:nvSpPr>
          <p:cNvPr id="46" name="Shape 38"/>
          <p:cNvSpPr/>
          <p:nvPr/>
        </p:nvSpPr>
        <p:spPr>
          <a:xfrm>
            <a:off x="8317992" y="2862072"/>
            <a:ext cx="310896" cy="310896"/>
          </a:xfrm>
          <a:prstGeom prst="ellipse">
            <a:avLst/>
          </a:prstGeom>
          <a:solidFill>
            <a:srgbClr val="E7F3DB"/>
          </a:solidFill>
          <a:ln/>
        </p:spPr>
      </p:sp>
      <p:pic>
        <p:nvPicPr>
          <p:cNvPr id="47" name="Image 6" descr="/home/claude/deck/icons/folder_gree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58408" y="2902488"/>
            <a:ext cx="230063" cy="230063"/>
          </a:xfrm>
          <a:prstGeom prst="rect">
            <a:avLst/>
          </a:prstGeom>
        </p:spPr>
      </p:pic>
      <p:sp>
        <p:nvSpPr>
          <p:cNvPr id="48" name="Text 39"/>
          <p:cNvSpPr/>
          <p:nvPr/>
        </p:nvSpPr>
        <p:spPr>
          <a:xfrm>
            <a:off x="8720328" y="2880360"/>
            <a:ext cx="993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E2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2830146</a:t>
            </a:r>
            <a:endParaRPr lang="en-US" sz="950" dirty="0"/>
          </a:p>
        </p:txBody>
      </p:sp>
      <p:sp>
        <p:nvSpPr>
          <p:cNvPr id="49" name="Text 40"/>
          <p:cNvSpPr/>
          <p:nvPr/>
        </p:nvSpPr>
        <p:spPr>
          <a:xfrm>
            <a:off x="8720328" y="3081528"/>
            <a:ext cx="993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A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ADSO - 2T</a:t>
            </a:r>
            <a:endParaRPr lang="en-US" sz="750" dirty="0"/>
          </a:p>
        </p:txBody>
      </p:sp>
      <p:sp>
        <p:nvSpPr>
          <p:cNvPr id="50" name="Shape 41"/>
          <p:cNvSpPr/>
          <p:nvPr/>
        </p:nvSpPr>
        <p:spPr>
          <a:xfrm>
            <a:off x="8327136" y="3374136"/>
            <a:ext cx="1267968" cy="0"/>
          </a:xfrm>
          <a:prstGeom prst="line">
            <a:avLst/>
          </a:prstGeom>
          <a:noFill/>
          <a:ln w="9525">
            <a:solidFill>
              <a:srgbClr val="EDEEEA"/>
            </a:solidFill>
            <a:prstDash val="solid"/>
          </a:ln>
        </p:spPr>
      </p:sp>
      <p:sp>
        <p:nvSpPr>
          <p:cNvPr id="51" name="Text 42"/>
          <p:cNvSpPr/>
          <p:nvPr/>
        </p:nvSpPr>
        <p:spPr>
          <a:xfrm>
            <a:off x="8327136" y="3465576"/>
            <a:ext cx="1267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E2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aprendices</a:t>
            </a:r>
            <a:endParaRPr lang="en-US" sz="800" dirty="0"/>
          </a:p>
        </p:txBody>
      </p:sp>
      <p:sp>
        <p:nvSpPr>
          <p:cNvPr id="52" name="Text 43"/>
          <p:cNvSpPr/>
          <p:nvPr/>
        </p:nvSpPr>
        <p:spPr>
          <a:xfrm>
            <a:off x="8327136" y="3666744"/>
            <a:ext cx="1267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A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A. Gomez</a:t>
            </a:r>
            <a:endParaRPr lang="en-US" sz="700" dirty="0"/>
          </a:p>
        </p:txBody>
      </p:sp>
      <p:sp>
        <p:nvSpPr>
          <p:cNvPr id="53" name="Shape 44"/>
          <p:cNvSpPr/>
          <p:nvPr/>
        </p:nvSpPr>
        <p:spPr>
          <a:xfrm>
            <a:off x="9869424" y="2734056"/>
            <a:ext cx="1542288" cy="2404872"/>
          </a:xfrm>
          <a:prstGeom prst="roundRect">
            <a:avLst>
              <a:gd name="adj" fmla="val 4743"/>
            </a:avLst>
          </a:prstGeom>
          <a:solidFill>
            <a:srgbClr val="FBFCFA"/>
          </a:solidFill>
          <a:ln w="12700">
            <a:solidFill>
              <a:srgbClr val="DADDD9"/>
            </a:solidFill>
            <a:prstDash val="solid"/>
          </a:ln>
        </p:spPr>
      </p:sp>
      <p:pic>
        <p:nvPicPr>
          <p:cNvPr id="54" name="Image 7" descr="/home/claude/deck/icons/pluscircle_gree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94264" y="3662172"/>
            <a:ext cx="292608" cy="292608"/>
          </a:xfrm>
          <a:prstGeom prst="rect">
            <a:avLst/>
          </a:prstGeom>
        </p:spPr>
      </p:pic>
      <p:sp>
        <p:nvSpPr>
          <p:cNvPr id="55" name="Text 45"/>
          <p:cNvSpPr/>
          <p:nvPr/>
        </p:nvSpPr>
        <p:spPr>
          <a:xfrm>
            <a:off x="9869424" y="3991356"/>
            <a:ext cx="1542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9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 ficha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471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8A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ASISTENCIA SENA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155680" y="65471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8A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5257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20" kern="0" dirty="0">
                <a:solidFill>
                  <a:srgbClr val="39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11 · GENERAL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5257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2E2F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Perfil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517904"/>
            <a:ext cx="5257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y gestionar la informacion personal y la sesion del usuario.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2212848"/>
            <a:ext cx="5257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10" kern="0" dirty="0">
                <a:solidFill>
                  <a:srgbClr val="8A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PRINCIPALES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2505456"/>
            <a:ext cx="292608" cy="292608"/>
          </a:xfrm>
          <a:prstGeom prst="ellipse">
            <a:avLst/>
          </a:prstGeom>
          <a:solidFill>
            <a:srgbClr val="E7F3DB"/>
          </a:solidFill>
          <a:ln/>
        </p:spPr>
      </p:sp>
      <p:pic>
        <p:nvPicPr>
          <p:cNvPr id="9" name="Image 0" descr="/home/claude/deck/icons/user_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679" y="2543495"/>
            <a:ext cx="216530" cy="21653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69264" y="2505456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E2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personales y ficha asignada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953512"/>
            <a:ext cx="292608" cy="292608"/>
          </a:xfrm>
          <a:prstGeom prst="ellipse">
            <a:avLst/>
          </a:prstGeom>
          <a:solidFill>
            <a:srgbClr val="E7F3DB"/>
          </a:solidFill>
          <a:ln/>
        </p:spPr>
      </p:sp>
      <p:pic>
        <p:nvPicPr>
          <p:cNvPr id="12" name="Image 1" descr="/home/claude/deck/icons/bell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679" y="2991551"/>
            <a:ext cx="216530" cy="21653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69264" y="2953512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E2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Preferencias de notificaciones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401568"/>
            <a:ext cx="292608" cy="292608"/>
          </a:xfrm>
          <a:prstGeom prst="ellipse">
            <a:avLst/>
          </a:prstGeom>
          <a:solidFill>
            <a:srgbClr val="E7F3DB"/>
          </a:solidFill>
          <a:ln/>
        </p:spPr>
      </p:sp>
      <p:pic>
        <p:nvPicPr>
          <p:cNvPr id="15" name="Image 2" descr="/home/claude/deck/icons/logout_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679" y="3439607"/>
            <a:ext cx="216530" cy="21653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69264" y="3401568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E2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 sesion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548640" y="3922776"/>
            <a:ext cx="5257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10" kern="0" dirty="0">
                <a:solidFill>
                  <a:srgbClr val="8A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BOTONES IMPORTANTES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548640" y="4215384"/>
            <a:ext cx="2404872" cy="365760"/>
          </a:xfrm>
          <a:prstGeom prst="roundRect">
            <a:avLst>
              <a:gd name="adj" fmla="val 50000"/>
            </a:avLst>
          </a:prstGeom>
          <a:solidFill>
            <a:srgbClr val="39A900"/>
          </a:solidFill>
          <a:ln/>
        </p:spPr>
      </p:sp>
      <p:sp>
        <p:nvSpPr>
          <p:cNvPr id="19" name="Text 14"/>
          <p:cNvSpPr/>
          <p:nvPr/>
        </p:nvSpPr>
        <p:spPr>
          <a:xfrm>
            <a:off x="548640" y="4215384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Editar perfil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48640" y="4818888"/>
            <a:ext cx="5257800" cy="1563624"/>
          </a:xfrm>
          <a:prstGeom prst="roundRect">
            <a:avLst>
              <a:gd name="adj" fmla="val 5848"/>
            </a:avLst>
          </a:prstGeom>
          <a:solidFill>
            <a:srgbClr val="E7F3DB"/>
          </a:solidFill>
          <a:ln/>
        </p:spPr>
      </p:sp>
      <p:sp>
        <p:nvSpPr>
          <p:cNvPr id="21" name="Shape 16"/>
          <p:cNvSpPr/>
          <p:nvPr/>
        </p:nvSpPr>
        <p:spPr>
          <a:xfrm>
            <a:off x="731520" y="5426964"/>
            <a:ext cx="347472" cy="347472"/>
          </a:xfrm>
          <a:prstGeom prst="ellipse">
            <a:avLst/>
          </a:prstGeom>
          <a:solidFill>
            <a:srgbClr val="39A900"/>
          </a:solidFill>
          <a:ln/>
        </p:spPr>
      </p:sp>
      <p:pic>
        <p:nvPicPr>
          <p:cNvPr id="22" name="Image 3" descr="/home/claude/deck/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691" y="5472135"/>
            <a:ext cx="257129" cy="257129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207008" y="4946904"/>
            <a:ext cx="4434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1F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 PARA EL USUARIO</a:t>
            </a:r>
            <a:endParaRPr lang="en-US" sz="850" dirty="0"/>
          </a:p>
        </p:txBody>
      </p:sp>
      <p:sp>
        <p:nvSpPr>
          <p:cNvPr id="24" name="Text 18"/>
          <p:cNvSpPr/>
          <p:nvPr/>
        </p:nvSpPr>
        <p:spPr>
          <a:xfrm>
            <a:off x="1207008" y="5129784"/>
            <a:ext cx="443484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2E2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usuario controla su informacion y su cuenta de forma sencilla.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7658100" y="800100"/>
            <a:ext cx="2606040" cy="5394960"/>
          </a:xfrm>
          <a:prstGeom prst="roundRect">
            <a:avLst>
              <a:gd name="adj" fmla="val 9825"/>
            </a:avLst>
          </a:prstGeom>
          <a:solidFill>
            <a:srgbClr val="2E2F30"/>
          </a:solidFill>
          <a:ln/>
          <a:effectLst>
            <a:outerShdw sx="100000" sy="100000" kx="0" ky="0" algn="bl" rotWithShape="0" blurRad="127000" dist="38100" dir="5400000">
              <a:srgbClr val="1A1A1A">
                <a:alpha val="3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7740396" y="915314"/>
            <a:ext cx="2441448" cy="5197450"/>
          </a:xfrm>
          <a:prstGeom prst="roundRect">
            <a:avLst>
              <a:gd name="adj" fmla="val 7491"/>
            </a:avLst>
          </a:prstGeom>
          <a:solidFill>
            <a:srgbClr val="F5F6F4"/>
          </a:solidFill>
          <a:ln/>
        </p:spPr>
      </p:sp>
      <p:sp>
        <p:nvSpPr>
          <p:cNvPr id="27" name="Text 21"/>
          <p:cNvSpPr/>
          <p:nvPr/>
        </p:nvSpPr>
        <p:spPr>
          <a:xfrm>
            <a:off x="7868412" y="97017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E2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</a:t>
            </a:r>
            <a:endParaRPr lang="en-US" sz="800" dirty="0"/>
          </a:p>
        </p:txBody>
      </p:sp>
      <p:pic>
        <p:nvPicPr>
          <p:cNvPr id="28" name="Image 4" descr="/home/claude/deck/icons/wifi_gra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24644" y="979322"/>
            <a:ext cx="128016" cy="128016"/>
          </a:xfrm>
          <a:prstGeom prst="rect">
            <a:avLst/>
          </a:prstGeom>
        </p:spPr>
      </p:pic>
      <p:pic>
        <p:nvPicPr>
          <p:cNvPr id="29" name="Image 5" descr="/home/claude/deck/icons/battery_gra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89236" y="970178"/>
            <a:ext cx="182880" cy="146304"/>
          </a:xfrm>
          <a:prstGeom prst="rect">
            <a:avLst/>
          </a:prstGeom>
        </p:spPr>
      </p:pic>
      <p:sp>
        <p:nvSpPr>
          <p:cNvPr id="30" name="Shape 22"/>
          <p:cNvSpPr/>
          <p:nvPr/>
        </p:nvSpPr>
        <p:spPr>
          <a:xfrm>
            <a:off x="8641080" y="6067044"/>
            <a:ext cx="640080" cy="41148"/>
          </a:xfrm>
          <a:prstGeom prst="roundRect">
            <a:avLst>
              <a:gd name="adj" fmla="val 44444"/>
            </a:avLst>
          </a:prstGeom>
          <a:solidFill>
            <a:srgbClr val="9AA09A"/>
          </a:solidFill>
          <a:ln/>
        </p:spPr>
      </p:sp>
      <p:sp>
        <p:nvSpPr>
          <p:cNvPr id="31" name="Shape 23"/>
          <p:cNvSpPr/>
          <p:nvPr/>
        </p:nvSpPr>
        <p:spPr>
          <a:xfrm>
            <a:off x="8503920" y="1253642"/>
            <a:ext cx="914400" cy="914400"/>
          </a:xfrm>
          <a:prstGeom prst="ellipse">
            <a:avLst/>
          </a:prstGeom>
          <a:solidFill>
            <a:srgbClr val="D4EAC2"/>
          </a:solidFill>
          <a:ln/>
        </p:spPr>
      </p:sp>
      <p:sp>
        <p:nvSpPr>
          <p:cNvPr id="32" name="Shape 24"/>
          <p:cNvSpPr/>
          <p:nvPr/>
        </p:nvSpPr>
        <p:spPr>
          <a:xfrm>
            <a:off x="8759952" y="1418234"/>
            <a:ext cx="402336" cy="402336"/>
          </a:xfrm>
          <a:prstGeom prst="ellipse">
            <a:avLst/>
          </a:prstGeom>
          <a:solidFill>
            <a:srgbClr val="D4EAC2"/>
          </a:solidFill>
          <a:ln/>
        </p:spPr>
      </p:sp>
      <p:pic>
        <p:nvPicPr>
          <p:cNvPr id="33" name="Image 6" descr="/home/claude/deck/icons/user_gree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05088" y="1436522"/>
            <a:ext cx="512064" cy="512064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7886700" y="225948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E2F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Camila Rojas</a:t>
            </a:r>
            <a:endParaRPr lang="en-US" sz="1250" dirty="0"/>
          </a:p>
        </p:txBody>
      </p:sp>
      <p:sp>
        <p:nvSpPr>
          <p:cNvPr id="35" name="Text 26"/>
          <p:cNvSpPr/>
          <p:nvPr/>
        </p:nvSpPr>
        <p:spPr>
          <a:xfrm>
            <a:off x="7886700" y="250637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 - ADSO 2830145</a:t>
            </a:r>
            <a:endParaRPr lang="en-US" sz="800" dirty="0"/>
          </a:p>
        </p:txBody>
      </p:sp>
      <p:pic>
        <p:nvPicPr>
          <p:cNvPr id="36" name="Image 7" descr="/home/claude/deck/icons/user_gree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86700" y="3064154"/>
            <a:ext cx="201168" cy="201168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8215884" y="299100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E2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personales</a:t>
            </a:r>
            <a:endParaRPr lang="en-US" sz="950" dirty="0"/>
          </a:p>
        </p:txBody>
      </p:sp>
      <p:pic>
        <p:nvPicPr>
          <p:cNvPr id="38" name="Image 8" descr="/home/claude/deck/icons/chevronright_lightgra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52660" y="3082442"/>
            <a:ext cx="146304" cy="146304"/>
          </a:xfrm>
          <a:prstGeom prst="rect">
            <a:avLst/>
          </a:prstGeom>
        </p:spPr>
      </p:pic>
      <p:sp>
        <p:nvSpPr>
          <p:cNvPr id="39" name="Shape 28"/>
          <p:cNvSpPr/>
          <p:nvPr/>
        </p:nvSpPr>
        <p:spPr>
          <a:xfrm>
            <a:off x="7886700" y="3338474"/>
            <a:ext cx="2148840" cy="0"/>
          </a:xfrm>
          <a:prstGeom prst="line">
            <a:avLst/>
          </a:prstGeom>
          <a:noFill/>
          <a:ln w="9525">
            <a:solidFill>
              <a:srgbClr val="EDEEEA"/>
            </a:solidFill>
            <a:prstDash val="solid"/>
          </a:ln>
        </p:spPr>
      </p:sp>
      <p:pic>
        <p:nvPicPr>
          <p:cNvPr id="40" name="Image 9" descr="/home/claude/deck/icons/folder_green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86700" y="3521354"/>
            <a:ext cx="201168" cy="201168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8215884" y="344820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E2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asignada</a:t>
            </a:r>
            <a:endParaRPr lang="en-US" sz="950" dirty="0"/>
          </a:p>
        </p:txBody>
      </p:sp>
      <p:pic>
        <p:nvPicPr>
          <p:cNvPr id="42" name="Image 10" descr="/home/claude/deck/icons/chevronright_lightgray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52660" y="3539642"/>
            <a:ext cx="146304" cy="146304"/>
          </a:xfrm>
          <a:prstGeom prst="rect">
            <a:avLst/>
          </a:prstGeom>
        </p:spPr>
      </p:pic>
      <p:sp>
        <p:nvSpPr>
          <p:cNvPr id="43" name="Shape 30"/>
          <p:cNvSpPr/>
          <p:nvPr/>
        </p:nvSpPr>
        <p:spPr>
          <a:xfrm>
            <a:off x="7886700" y="3795674"/>
            <a:ext cx="2148840" cy="0"/>
          </a:xfrm>
          <a:prstGeom prst="line">
            <a:avLst/>
          </a:prstGeom>
          <a:noFill/>
          <a:ln w="9525">
            <a:solidFill>
              <a:srgbClr val="EDEEEA"/>
            </a:solidFill>
            <a:prstDash val="solid"/>
          </a:ln>
        </p:spPr>
      </p:sp>
      <p:pic>
        <p:nvPicPr>
          <p:cNvPr id="44" name="Image 11" descr="/home/claude/deck/icons/bell_green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86700" y="3978554"/>
            <a:ext cx="201168" cy="201168"/>
          </a:xfrm>
          <a:prstGeom prst="rect">
            <a:avLst/>
          </a:prstGeom>
        </p:spPr>
      </p:pic>
      <p:sp>
        <p:nvSpPr>
          <p:cNvPr id="45" name="Text 31"/>
          <p:cNvSpPr/>
          <p:nvPr/>
        </p:nvSpPr>
        <p:spPr>
          <a:xfrm>
            <a:off x="8215884" y="390540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E2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</a:t>
            </a:r>
            <a:endParaRPr lang="en-US" sz="950" dirty="0"/>
          </a:p>
        </p:txBody>
      </p:sp>
      <p:pic>
        <p:nvPicPr>
          <p:cNvPr id="46" name="Image 12" descr="/home/claude/deck/icons/chevronright_lightgray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852660" y="3996842"/>
            <a:ext cx="146304" cy="146304"/>
          </a:xfrm>
          <a:prstGeom prst="rect">
            <a:avLst/>
          </a:prstGeom>
        </p:spPr>
      </p:pic>
      <p:sp>
        <p:nvSpPr>
          <p:cNvPr id="47" name="Shape 32"/>
          <p:cNvSpPr/>
          <p:nvPr/>
        </p:nvSpPr>
        <p:spPr>
          <a:xfrm>
            <a:off x="7886700" y="4252874"/>
            <a:ext cx="2148840" cy="0"/>
          </a:xfrm>
          <a:prstGeom prst="line">
            <a:avLst/>
          </a:prstGeom>
          <a:noFill/>
          <a:ln w="9525">
            <a:solidFill>
              <a:srgbClr val="EDEEEA"/>
            </a:solidFill>
            <a:prstDash val="solid"/>
          </a:ln>
        </p:spPr>
      </p:sp>
      <p:pic>
        <p:nvPicPr>
          <p:cNvPr id="48" name="Image 13" descr="/home/claude/deck/icons/logout_gray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886700" y="4435754"/>
            <a:ext cx="201168" cy="201168"/>
          </a:xfrm>
          <a:prstGeom prst="rect">
            <a:avLst/>
          </a:prstGeom>
        </p:spPr>
      </p:pic>
      <p:sp>
        <p:nvSpPr>
          <p:cNvPr id="49" name="Text 33"/>
          <p:cNvSpPr/>
          <p:nvPr/>
        </p:nvSpPr>
        <p:spPr>
          <a:xfrm>
            <a:off x="8215884" y="436260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E2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Cerrar sesion</a:t>
            </a:r>
            <a:endParaRPr lang="en-US" sz="950" dirty="0"/>
          </a:p>
        </p:txBody>
      </p:sp>
      <p:pic>
        <p:nvPicPr>
          <p:cNvPr id="50" name="Image 14" descr="/home/claude/deck/icons/chevronright_lightgray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852660" y="4454042"/>
            <a:ext cx="146304" cy="146304"/>
          </a:xfrm>
          <a:prstGeom prst="rect">
            <a:avLst/>
          </a:prstGeom>
        </p:spPr>
      </p:pic>
      <p:sp>
        <p:nvSpPr>
          <p:cNvPr id="51" name="Shape 34"/>
          <p:cNvSpPr/>
          <p:nvPr/>
        </p:nvSpPr>
        <p:spPr>
          <a:xfrm>
            <a:off x="7886700" y="4710074"/>
            <a:ext cx="2148840" cy="0"/>
          </a:xfrm>
          <a:prstGeom prst="line">
            <a:avLst/>
          </a:prstGeom>
          <a:noFill/>
          <a:ln w="9525">
            <a:solidFill>
              <a:srgbClr val="EDEEEA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471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8A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ASISTENCIA SENA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155680" y="65471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8A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5257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20" kern="0" dirty="0">
                <a:solidFill>
                  <a:srgbClr val="39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12 · GENERAL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5257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2E2F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Configuracion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517904"/>
            <a:ext cx="5257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 preferencias generales, notificaciones, seguridad y usuarios del sistema.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2212848"/>
            <a:ext cx="5257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10" kern="0" dirty="0">
                <a:solidFill>
                  <a:srgbClr val="8A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PRINCIPALES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2505456"/>
            <a:ext cx="292608" cy="292608"/>
          </a:xfrm>
          <a:prstGeom prst="ellipse">
            <a:avLst/>
          </a:prstGeom>
          <a:solidFill>
            <a:srgbClr val="E7F3DB"/>
          </a:solidFill>
          <a:ln/>
        </p:spPr>
      </p:sp>
      <p:pic>
        <p:nvPicPr>
          <p:cNvPr id="9" name="Image 0" descr="/home/claude/deck/icons/settings_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679" y="2543495"/>
            <a:ext cx="216530" cy="21653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69264" y="2505456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E2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de secciones de ajustes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953512"/>
            <a:ext cx="292608" cy="292608"/>
          </a:xfrm>
          <a:prstGeom prst="ellipse">
            <a:avLst/>
          </a:prstGeom>
          <a:solidFill>
            <a:srgbClr val="E7F3DB"/>
          </a:solidFill>
          <a:ln/>
        </p:spPr>
      </p:sp>
      <p:pic>
        <p:nvPicPr>
          <p:cNvPr id="12" name="Image 1" descr="/home/claude/deck/icons/shield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679" y="2991551"/>
            <a:ext cx="216530" cy="21653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69264" y="2953512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E2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y autenticacion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401568"/>
            <a:ext cx="292608" cy="292608"/>
          </a:xfrm>
          <a:prstGeom prst="ellipse">
            <a:avLst/>
          </a:prstGeom>
          <a:solidFill>
            <a:srgbClr val="E7F3DB"/>
          </a:solidFill>
          <a:ln/>
        </p:spPr>
      </p:sp>
      <p:pic>
        <p:nvPicPr>
          <p:cNvPr id="15" name="Image 2" descr="/home/claude/deck/icons/bell_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679" y="3439607"/>
            <a:ext cx="216530" cy="21653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69264" y="3401568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E2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Preferencias de notificaciones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548640" y="3922776"/>
            <a:ext cx="5257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10" kern="0" dirty="0">
                <a:solidFill>
                  <a:srgbClr val="8A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BOTONES IMPORTANTES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548640" y="4215384"/>
            <a:ext cx="2697480" cy="365760"/>
          </a:xfrm>
          <a:prstGeom prst="roundRect">
            <a:avLst>
              <a:gd name="adj" fmla="val 50000"/>
            </a:avLst>
          </a:prstGeom>
          <a:solidFill>
            <a:srgbClr val="39A900"/>
          </a:solidFill>
          <a:ln/>
        </p:spPr>
      </p:sp>
      <p:sp>
        <p:nvSpPr>
          <p:cNvPr id="19" name="Text 14"/>
          <p:cNvSpPr/>
          <p:nvPr/>
        </p:nvSpPr>
        <p:spPr>
          <a:xfrm>
            <a:off x="548640" y="421538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cambios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48640" y="4818888"/>
            <a:ext cx="5257800" cy="1563624"/>
          </a:xfrm>
          <a:prstGeom prst="roundRect">
            <a:avLst>
              <a:gd name="adj" fmla="val 5848"/>
            </a:avLst>
          </a:prstGeom>
          <a:solidFill>
            <a:srgbClr val="E7F3DB"/>
          </a:solidFill>
          <a:ln/>
        </p:spPr>
      </p:sp>
      <p:sp>
        <p:nvSpPr>
          <p:cNvPr id="21" name="Shape 16"/>
          <p:cNvSpPr/>
          <p:nvPr/>
        </p:nvSpPr>
        <p:spPr>
          <a:xfrm>
            <a:off x="731520" y="5426964"/>
            <a:ext cx="347472" cy="347472"/>
          </a:xfrm>
          <a:prstGeom prst="ellipse">
            <a:avLst/>
          </a:prstGeom>
          <a:solidFill>
            <a:srgbClr val="39A900"/>
          </a:solidFill>
          <a:ln/>
        </p:spPr>
      </p:sp>
      <p:pic>
        <p:nvPicPr>
          <p:cNvPr id="22" name="Image 3" descr="/home/claude/deck/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691" y="5472135"/>
            <a:ext cx="257129" cy="257129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207008" y="4946904"/>
            <a:ext cx="4434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1F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 PARA EL USUARIO</a:t>
            </a:r>
            <a:endParaRPr lang="en-US" sz="850" dirty="0"/>
          </a:p>
        </p:txBody>
      </p:sp>
      <p:sp>
        <p:nvSpPr>
          <p:cNvPr id="24" name="Text 18"/>
          <p:cNvSpPr/>
          <p:nvPr/>
        </p:nvSpPr>
        <p:spPr>
          <a:xfrm>
            <a:off x="1207008" y="5129784"/>
            <a:ext cx="443484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2E2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se adapta a las necesidades de cada institucion o usuario.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6309360" y="1645920"/>
            <a:ext cx="5303520" cy="37033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ADDD9"/>
            </a:solidFill>
            <a:prstDash val="solid"/>
          </a:ln>
          <a:effectLst>
            <a:outerShdw sx="100000" sy="100000" kx="0" ky="0" algn="bl" rotWithShape="0" blurRad="152400" dist="38100" dir="5400000">
              <a:srgbClr val="1A1A1A">
                <a:alpha val="2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6309360" y="1645920"/>
            <a:ext cx="5303520" cy="448056"/>
          </a:xfrm>
          <a:prstGeom prst="roundRect">
            <a:avLst>
              <a:gd name="adj" fmla="val 18367"/>
            </a:avLst>
          </a:prstGeom>
          <a:solidFill>
            <a:srgbClr val="ECEEEA"/>
          </a:solidFill>
          <a:ln/>
        </p:spPr>
      </p:sp>
      <p:sp>
        <p:nvSpPr>
          <p:cNvPr id="27" name="Shape 21"/>
          <p:cNvSpPr/>
          <p:nvPr/>
        </p:nvSpPr>
        <p:spPr>
          <a:xfrm>
            <a:off x="6309360" y="1993392"/>
            <a:ext cx="5303520" cy="100584"/>
          </a:xfrm>
          <a:prstGeom prst="rect">
            <a:avLst/>
          </a:prstGeom>
          <a:solidFill>
            <a:srgbClr val="ECEEEA"/>
          </a:solidFill>
          <a:ln/>
        </p:spPr>
      </p:sp>
      <p:sp>
        <p:nvSpPr>
          <p:cNvPr id="28" name="Shape 22"/>
          <p:cNvSpPr/>
          <p:nvPr/>
        </p:nvSpPr>
        <p:spPr>
          <a:xfrm>
            <a:off x="6473952" y="1778508"/>
            <a:ext cx="100584" cy="100584"/>
          </a:xfrm>
          <a:prstGeom prst="ellipse">
            <a:avLst/>
          </a:prstGeom>
          <a:solidFill>
            <a:srgbClr val="E4695C"/>
          </a:solidFill>
          <a:ln/>
        </p:spPr>
      </p:sp>
      <p:sp>
        <p:nvSpPr>
          <p:cNvPr id="29" name="Shape 23"/>
          <p:cNvSpPr/>
          <p:nvPr/>
        </p:nvSpPr>
        <p:spPr>
          <a:xfrm>
            <a:off x="6675120" y="1778508"/>
            <a:ext cx="100584" cy="100584"/>
          </a:xfrm>
          <a:prstGeom prst="ellipse">
            <a:avLst/>
          </a:prstGeom>
          <a:solidFill>
            <a:srgbClr val="E8B23A"/>
          </a:solidFill>
          <a:ln/>
        </p:spPr>
      </p:sp>
      <p:sp>
        <p:nvSpPr>
          <p:cNvPr id="30" name="Shape 24"/>
          <p:cNvSpPr/>
          <p:nvPr/>
        </p:nvSpPr>
        <p:spPr>
          <a:xfrm>
            <a:off x="6876288" y="1778508"/>
            <a:ext cx="100584" cy="100584"/>
          </a:xfrm>
          <a:prstGeom prst="ellipse">
            <a:avLst/>
          </a:prstGeom>
          <a:solidFill>
            <a:srgbClr val="3FB94F"/>
          </a:solidFill>
          <a:ln/>
        </p:spPr>
      </p:sp>
      <p:sp>
        <p:nvSpPr>
          <p:cNvPr id="31" name="Shape 25"/>
          <p:cNvSpPr/>
          <p:nvPr/>
        </p:nvSpPr>
        <p:spPr>
          <a:xfrm>
            <a:off x="7178040" y="1728216"/>
            <a:ext cx="4114800" cy="201168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9525">
            <a:solidFill>
              <a:srgbClr val="D9DCD8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7296912" y="172821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asistencia.sena.edu.co</a:t>
            </a:r>
            <a:endParaRPr lang="en-US" sz="800" dirty="0"/>
          </a:p>
        </p:txBody>
      </p:sp>
      <p:sp>
        <p:nvSpPr>
          <p:cNvPr id="33" name="Shape 27"/>
          <p:cNvSpPr/>
          <p:nvPr/>
        </p:nvSpPr>
        <p:spPr>
          <a:xfrm>
            <a:off x="6510528" y="2203704"/>
            <a:ext cx="4901184" cy="365760"/>
          </a:xfrm>
          <a:prstGeom prst="rect">
            <a:avLst/>
          </a:prstGeom>
          <a:solidFill>
            <a:srgbClr val="1F5C00"/>
          </a:solidFill>
          <a:ln/>
        </p:spPr>
      </p:sp>
      <p:sp>
        <p:nvSpPr>
          <p:cNvPr id="34" name="Text 28"/>
          <p:cNvSpPr/>
          <p:nvPr/>
        </p:nvSpPr>
        <p:spPr>
          <a:xfrm>
            <a:off x="6711696" y="2203704"/>
            <a:ext cx="29407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Configuracion</a:t>
            </a:r>
            <a:endParaRPr lang="en-US" sz="1100" dirty="0"/>
          </a:p>
        </p:txBody>
      </p:sp>
      <p:sp>
        <p:nvSpPr>
          <p:cNvPr id="35" name="Shape 29"/>
          <p:cNvSpPr/>
          <p:nvPr/>
        </p:nvSpPr>
        <p:spPr>
          <a:xfrm>
            <a:off x="10954512" y="2267712"/>
            <a:ext cx="237744" cy="23774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6" name="Image 4" descr="/home/claude/deck/icons/user_gree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09376" y="2322576"/>
            <a:ext cx="128016" cy="128016"/>
          </a:xfrm>
          <a:prstGeom prst="rect">
            <a:avLst/>
          </a:prstGeom>
        </p:spPr>
      </p:pic>
      <p:sp>
        <p:nvSpPr>
          <p:cNvPr id="37" name="Shape 30"/>
          <p:cNvSpPr/>
          <p:nvPr/>
        </p:nvSpPr>
        <p:spPr>
          <a:xfrm>
            <a:off x="6510528" y="2715768"/>
            <a:ext cx="1234440" cy="292608"/>
          </a:xfrm>
          <a:prstGeom prst="roundRect">
            <a:avLst>
              <a:gd name="adj" fmla="val 15625"/>
            </a:avLst>
          </a:prstGeom>
          <a:solidFill>
            <a:srgbClr val="E7F3DB"/>
          </a:solidFill>
          <a:ln/>
        </p:spPr>
      </p:sp>
      <p:sp>
        <p:nvSpPr>
          <p:cNvPr id="38" name="Text 31"/>
          <p:cNvSpPr/>
          <p:nvPr/>
        </p:nvSpPr>
        <p:spPr>
          <a:xfrm>
            <a:off x="6601968" y="2715768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</a:t>
            </a:r>
            <a:endParaRPr lang="en-US" sz="800" dirty="0"/>
          </a:p>
        </p:txBody>
      </p:sp>
      <p:sp>
        <p:nvSpPr>
          <p:cNvPr id="39" name="Text 32"/>
          <p:cNvSpPr/>
          <p:nvPr/>
        </p:nvSpPr>
        <p:spPr>
          <a:xfrm>
            <a:off x="6601968" y="3081528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</a:t>
            </a:r>
            <a:endParaRPr lang="en-US" sz="800" dirty="0"/>
          </a:p>
        </p:txBody>
      </p:sp>
      <p:sp>
        <p:nvSpPr>
          <p:cNvPr id="40" name="Text 33"/>
          <p:cNvSpPr/>
          <p:nvPr/>
        </p:nvSpPr>
        <p:spPr>
          <a:xfrm>
            <a:off x="6601968" y="3447288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800" dirty="0"/>
          </a:p>
        </p:txBody>
      </p:sp>
      <p:sp>
        <p:nvSpPr>
          <p:cNvPr id="41" name="Text 34"/>
          <p:cNvSpPr/>
          <p:nvPr/>
        </p:nvSpPr>
        <p:spPr>
          <a:xfrm>
            <a:off x="6601968" y="3813048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</a:t>
            </a:r>
            <a:endParaRPr lang="en-US" sz="800" dirty="0"/>
          </a:p>
        </p:txBody>
      </p:sp>
      <p:sp>
        <p:nvSpPr>
          <p:cNvPr id="42" name="Text 35"/>
          <p:cNvSpPr/>
          <p:nvPr/>
        </p:nvSpPr>
        <p:spPr>
          <a:xfrm>
            <a:off x="7973568" y="2715768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E2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oscuro</a:t>
            </a:r>
            <a:endParaRPr lang="en-US" sz="850" dirty="0"/>
          </a:p>
        </p:txBody>
      </p:sp>
      <p:sp>
        <p:nvSpPr>
          <p:cNvPr id="43" name="Shape 36"/>
          <p:cNvSpPr/>
          <p:nvPr/>
        </p:nvSpPr>
        <p:spPr>
          <a:xfrm>
            <a:off x="11027664" y="2770632"/>
            <a:ext cx="384048" cy="182880"/>
          </a:xfrm>
          <a:prstGeom prst="roundRect">
            <a:avLst>
              <a:gd name="adj" fmla="val 50000"/>
            </a:avLst>
          </a:prstGeom>
          <a:solidFill>
            <a:srgbClr val="D9DCD8"/>
          </a:solidFill>
          <a:ln/>
        </p:spPr>
      </p:sp>
      <p:sp>
        <p:nvSpPr>
          <p:cNvPr id="44" name="Shape 37"/>
          <p:cNvSpPr/>
          <p:nvPr/>
        </p:nvSpPr>
        <p:spPr>
          <a:xfrm>
            <a:off x="11045952" y="2788920"/>
            <a:ext cx="146304" cy="1463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5" name="Shape 38"/>
          <p:cNvSpPr/>
          <p:nvPr/>
        </p:nvSpPr>
        <p:spPr>
          <a:xfrm>
            <a:off x="7973568" y="3026664"/>
            <a:ext cx="3438144" cy="0"/>
          </a:xfrm>
          <a:prstGeom prst="line">
            <a:avLst/>
          </a:prstGeom>
          <a:noFill/>
          <a:ln w="9525">
            <a:solidFill>
              <a:srgbClr val="EDEEEA"/>
            </a:solidFill>
            <a:prstDash val="solid"/>
          </a:ln>
        </p:spPr>
      </p:sp>
      <p:sp>
        <p:nvSpPr>
          <p:cNvPr id="46" name="Text 39"/>
          <p:cNvSpPr/>
          <p:nvPr/>
        </p:nvSpPr>
        <p:spPr>
          <a:xfrm>
            <a:off x="7973568" y="3118104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E2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push</a:t>
            </a:r>
            <a:endParaRPr lang="en-US" sz="850" dirty="0"/>
          </a:p>
        </p:txBody>
      </p:sp>
      <p:sp>
        <p:nvSpPr>
          <p:cNvPr id="47" name="Shape 40"/>
          <p:cNvSpPr/>
          <p:nvPr/>
        </p:nvSpPr>
        <p:spPr>
          <a:xfrm>
            <a:off x="11027664" y="3172968"/>
            <a:ext cx="384048" cy="182880"/>
          </a:xfrm>
          <a:prstGeom prst="roundRect">
            <a:avLst>
              <a:gd name="adj" fmla="val 50000"/>
            </a:avLst>
          </a:prstGeom>
          <a:solidFill>
            <a:srgbClr val="39A900"/>
          </a:solidFill>
          <a:ln/>
        </p:spPr>
      </p:sp>
      <p:sp>
        <p:nvSpPr>
          <p:cNvPr id="48" name="Shape 41"/>
          <p:cNvSpPr/>
          <p:nvPr/>
        </p:nvSpPr>
        <p:spPr>
          <a:xfrm>
            <a:off x="11228832" y="3191256"/>
            <a:ext cx="146304" cy="1463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9" name="Shape 42"/>
          <p:cNvSpPr/>
          <p:nvPr/>
        </p:nvSpPr>
        <p:spPr>
          <a:xfrm>
            <a:off x="7973568" y="3429000"/>
            <a:ext cx="3438144" cy="0"/>
          </a:xfrm>
          <a:prstGeom prst="line">
            <a:avLst/>
          </a:prstGeom>
          <a:noFill/>
          <a:ln w="9525">
            <a:solidFill>
              <a:srgbClr val="EDEEEA"/>
            </a:solidFill>
            <a:prstDash val="solid"/>
          </a:ln>
        </p:spPr>
      </p:sp>
      <p:sp>
        <p:nvSpPr>
          <p:cNvPr id="50" name="Text 43"/>
          <p:cNvSpPr/>
          <p:nvPr/>
        </p:nvSpPr>
        <p:spPr>
          <a:xfrm>
            <a:off x="7973568" y="3520440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E2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Autenticacion en dos pasos</a:t>
            </a:r>
            <a:endParaRPr lang="en-US" sz="850" dirty="0"/>
          </a:p>
        </p:txBody>
      </p:sp>
      <p:sp>
        <p:nvSpPr>
          <p:cNvPr id="51" name="Shape 44"/>
          <p:cNvSpPr/>
          <p:nvPr/>
        </p:nvSpPr>
        <p:spPr>
          <a:xfrm>
            <a:off x="11027664" y="3575304"/>
            <a:ext cx="384048" cy="182880"/>
          </a:xfrm>
          <a:prstGeom prst="roundRect">
            <a:avLst>
              <a:gd name="adj" fmla="val 50000"/>
            </a:avLst>
          </a:prstGeom>
          <a:solidFill>
            <a:srgbClr val="D9DCD8"/>
          </a:solidFill>
          <a:ln/>
        </p:spPr>
      </p:sp>
      <p:sp>
        <p:nvSpPr>
          <p:cNvPr id="52" name="Shape 45"/>
          <p:cNvSpPr/>
          <p:nvPr/>
        </p:nvSpPr>
        <p:spPr>
          <a:xfrm>
            <a:off x="11045952" y="3593592"/>
            <a:ext cx="146304" cy="1463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3" name="Shape 46"/>
          <p:cNvSpPr/>
          <p:nvPr/>
        </p:nvSpPr>
        <p:spPr>
          <a:xfrm>
            <a:off x="7973568" y="3831336"/>
            <a:ext cx="3438144" cy="0"/>
          </a:xfrm>
          <a:prstGeom prst="line">
            <a:avLst/>
          </a:prstGeom>
          <a:noFill/>
          <a:ln w="9525">
            <a:solidFill>
              <a:srgbClr val="EDEEEA"/>
            </a:solidFill>
            <a:prstDash val="solid"/>
          </a:ln>
        </p:spPr>
      </p:sp>
      <p:sp>
        <p:nvSpPr>
          <p:cNvPr id="54" name="Text 47"/>
          <p:cNvSpPr/>
          <p:nvPr/>
        </p:nvSpPr>
        <p:spPr>
          <a:xfrm>
            <a:off x="7973568" y="392277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E2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Idioma</a:t>
            </a:r>
            <a:endParaRPr lang="en-US" sz="850" dirty="0"/>
          </a:p>
        </p:txBody>
      </p:sp>
      <p:sp>
        <p:nvSpPr>
          <p:cNvPr id="55" name="Shape 48"/>
          <p:cNvSpPr/>
          <p:nvPr/>
        </p:nvSpPr>
        <p:spPr>
          <a:xfrm>
            <a:off x="10405872" y="3922776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9525">
            <a:solidFill>
              <a:srgbClr val="DADDD9"/>
            </a:solidFill>
            <a:prstDash val="solid"/>
          </a:ln>
        </p:spPr>
      </p:sp>
      <p:sp>
        <p:nvSpPr>
          <p:cNvPr id="56" name="Text 49"/>
          <p:cNvSpPr/>
          <p:nvPr/>
        </p:nvSpPr>
        <p:spPr>
          <a:xfrm>
            <a:off x="10497312" y="392277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E2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Espanol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471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8A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ASISTENCIA SENA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155680" y="65471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8A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5257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20" kern="0" dirty="0">
                <a:solidFill>
                  <a:srgbClr val="39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13 · GENERAL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5257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2E2F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Pantalla de error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517904"/>
            <a:ext cx="5257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Informar de forma clara cuando un codigo QR no es valido o falla el registro.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2212848"/>
            <a:ext cx="5257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10" kern="0" dirty="0">
                <a:solidFill>
                  <a:srgbClr val="8A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PRINCIPALES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2505456"/>
            <a:ext cx="292608" cy="292608"/>
          </a:xfrm>
          <a:prstGeom prst="ellipse">
            <a:avLst/>
          </a:prstGeom>
          <a:solidFill>
            <a:srgbClr val="E7F3DB"/>
          </a:solidFill>
          <a:ln/>
        </p:spPr>
      </p:sp>
      <p:pic>
        <p:nvPicPr>
          <p:cNvPr id="9" name="Image 0" descr="/home/claude/deck/icons/alert_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679" y="2543495"/>
            <a:ext cx="216530" cy="21653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69264" y="2505456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E2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Icono y mensaje de error claro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953512"/>
            <a:ext cx="292608" cy="292608"/>
          </a:xfrm>
          <a:prstGeom prst="ellipse">
            <a:avLst/>
          </a:prstGeom>
          <a:solidFill>
            <a:srgbClr val="E7F3DB"/>
          </a:solidFill>
          <a:ln/>
        </p:spPr>
      </p:sp>
      <p:pic>
        <p:nvPicPr>
          <p:cNvPr id="12" name="Image 1" descr="/home/claude/deck/icons/refresh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679" y="2991551"/>
            <a:ext cx="216530" cy="21653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69264" y="2953512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E2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Opcion de reintentar la accion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548640" y="3474720"/>
            <a:ext cx="5257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10" kern="0" dirty="0">
                <a:solidFill>
                  <a:srgbClr val="8A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BOTONES IMPORTANTES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548640" y="3767328"/>
            <a:ext cx="1965960" cy="365760"/>
          </a:xfrm>
          <a:prstGeom prst="roundRect">
            <a:avLst>
              <a:gd name="adj" fmla="val 50000"/>
            </a:avLst>
          </a:prstGeom>
          <a:solidFill>
            <a:srgbClr val="39A900"/>
          </a:solidFill>
          <a:ln/>
        </p:spPr>
      </p:sp>
      <p:sp>
        <p:nvSpPr>
          <p:cNvPr id="16" name="Text 12"/>
          <p:cNvSpPr/>
          <p:nvPr/>
        </p:nvSpPr>
        <p:spPr>
          <a:xfrm>
            <a:off x="548640" y="376732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Reintentar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2679192" y="3767328"/>
            <a:ext cx="1380744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39A90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679192" y="3767328"/>
            <a:ext cx="1380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9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Volver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548640" y="4370832"/>
            <a:ext cx="5257800" cy="2011680"/>
          </a:xfrm>
          <a:prstGeom prst="roundRect">
            <a:avLst>
              <a:gd name="adj" fmla="val 4545"/>
            </a:avLst>
          </a:prstGeom>
          <a:solidFill>
            <a:srgbClr val="E7F3DB"/>
          </a:solidFill>
          <a:ln/>
        </p:spPr>
      </p:sp>
      <p:sp>
        <p:nvSpPr>
          <p:cNvPr id="20" name="Shape 16"/>
          <p:cNvSpPr/>
          <p:nvPr/>
        </p:nvSpPr>
        <p:spPr>
          <a:xfrm>
            <a:off x="731520" y="5202936"/>
            <a:ext cx="347472" cy="347472"/>
          </a:xfrm>
          <a:prstGeom prst="ellipse">
            <a:avLst/>
          </a:prstGeom>
          <a:solidFill>
            <a:srgbClr val="39A900"/>
          </a:solidFill>
          <a:ln/>
        </p:spPr>
      </p:sp>
      <p:pic>
        <p:nvPicPr>
          <p:cNvPr id="21" name="Image 2" descr="/home/claude/deck/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691" y="5248107"/>
            <a:ext cx="257129" cy="257129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207008" y="4498848"/>
            <a:ext cx="4434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1F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 PARA EL USUARIO</a:t>
            </a:r>
            <a:endParaRPr lang="en-US" sz="850" dirty="0"/>
          </a:p>
        </p:txBody>
      </p:sp>
      <p:sp>
        <p:nvSpPr>
          <p:cNvPr id="23" name="Text 18"/>
          <p:cNvSpPr/>
          <p:nvPr/>
        </p:nvSpPr>
        <p:spPr>
          <a:xfrm>
            <a:off x="1207008" y="4681728"/>
            <a:ext cx="443484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2E2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entiende el problema y sabe exactamente que hacer a continuacion.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7658100" y="800100"/>
            <a:ext cx="2606040" cy="5394960"/>
          </a:xfrm>
          <a:prstGeom prst="roundRect">
            <a:avLst>
              <a:gd name="adj" fmla="val 9825"/>
            </a:avLst>
          </a:prstGeom>
          <a:solidFill>
            <a:srgbClr val="2E2F30"/>
          </a:solidFill>
          <a:ln/>
          <a:effectLst>
            <a:outerShdw sx="100000" sy="100000" kx="0" ky="0" algn="bl" rotWithShape="0" blurRad="127000" dist="38100" dir="5400000">
              <a:srgbClr val="1A1A1A">
                <a:alpha val="3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7740396" y="915314"/>
            <a:ext cx="2441448" cy="5197450"/>
          </a:xfrm>
          <a:prstGeom prst="roundRect">
            <a:avLst>
              <a:gd name="adj" fmla="val 7491"/>
            </a:avLst>
          </a:prstGeom>
          <a:solidFill>
            <a:srgbClr val="F5F6F4"/>
          </a:solidFill>
          <a:ln/>
        </p:spPr>
      </p:sp>
      <p:sp>
        <p:nvSpPr>
          <p:cNvPr id="26" name="Text 21"/>
          <p:cNvSpPr/>
          <p:nvPr/>
        </p:nvSpPr>
        <p:spPr>
          <a:xfrm>
            <a:off x="7868412" y="97017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E2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</a:t>
            </a:r>
            <a:endParaRPr lang="en-US" sz="800" dirty="0"/>
          </a:p>
        </p:txBody>
      </p:sp>
      <p:pic>
        <p:nvPicPr>
          <p:cNvPr id="27" name="Image 3" descr="/home/claude/deck/icons/wifi_gra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4644" y="979322"/>
            <a:ext cx="128016" cy="128016"/>
          </a:xfrm>
          <a:prstGeom prst="rect">
            <a:avLst/>
          </a:prstGeom>
        </p:spPr>
      </p:pic>
      <p:pic>
        <p:nvPicPr>
          <p:cNvPr id="28" name="Image 4" descr="/home/claude/deck/icons/battery_gra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89236" y="970178"/>
            <a:ext cx="182880" cy="146304"/>
          </a:xfrm>
          <a:prstGeom prst="rect">
            <a:avLst/>
          </a:prstGeom>
        </p:spPr>
      </p:pic>
      <p:sp>
        <p:nvSpPr>
          <p:cNvPr id="29" name="Shape 22"/>
          <p:cNvSpPr/>
          <p:nvPr/>
        </p:nvSpPr>
        <p:spPr>
          <a:xfrm>
            <a:off x="8641080" y="6067044"/>
            <a:ext cx="640080" cy="41148"/>
          </a:xfrm>
          <a:prstGeom prst="roundRect">
            <a:avLst>
              <a:gd name="adj" fmla="val 44444"/>
            </a:avLst>
          </a:prstGeom>
          <a:solidFill>
            <a:srgbClr val="9AA09A"/>
          </a:solidFill>
          <a:ln/>
        </p:spPr>
      </p:sp>
      <p:sp>
        <p:nvSpPr>
          <p:cNvPr id="30" name="Shape 23"/>
          <p:cNvSpPr/>
          <p:nvPr/>
        </p:nvSpPr>
        <p:spPr>
          <a:xfrm>
            <a:off x="8503920" y="1665122"/>
            <a:ext cx="914400" cy="914400"/>
          </a:xfrm>
          <a:prstGeom prst="ellipse">
            <a:avLst/>
          </a:prstGeom>
          <a:solidFill>
            <a:srgbClr val="FBEBC7"/>
          </a:solidFill>
          <a:ln/>
        </p:spPr>
      </p:sp>
      <p:pic>
        <p:nvPicPr>
          <p:cNvPr id="31" name="Image 5" descr="/home/claude/deck/icons/alert_amb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23376" y="1902866"/>
            <a:ext cx="475488" cy="47548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886700" y="2744114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E2F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Codigo QR no valido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7978140" y="305501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que el codigo pertenezca a esta clase e intentalo de nuevo.</a:t>
            </a:r>
            <a:endParaRPr lang="en-US" sz="850" dirty="0"/>
          </a:p>
        </p:txBody>
      </p:sp>
      <p:sp>
        <p:nvSpPr>
          <p:cNvPr id="34" name="Shape 26"/>
          <p:cNvSpPr/>
          <p:nvPr/>
        </p:nvSpPr>
        <p:spPr>
          <a:xfrm>
            <a:off x="7932420" y="4951476"/>
            <a:ext cx="2057400" cy="384048"/>
          </a:xfrm>
          <a:prstGeom prst="roundRect">
            <a:avLst>
              <a:gd name="adj" fmla="val 19048"/>
            </a:avLst>
          </a:prstGeom>
          <a:solidFill>
            <a:srgbClr val="39A900"/>
          </a:solidFill>
          <a:ln/>
        </p:spPr>
      </p:sp>
      <p:sp>
        <p:nvSpPr>
          <p:cNvPr id="35" name="Text 27"/>
          <p:cNvSpPr/>
          <p:nvPr/>
        </p:nvSpPr>
        <p:spPr>
          <a:xfrm>
            <a:off x="7932420" y="4951476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Reintentar</a:t>
            </a:r>
            <a:endParaRPr lang="en-US" sz="1000" dirty="0"/>
          </a:p>
        </p:txBody>
      </p:sp>
      <p:sp>
        <p:nvSpPr>
          <p:cNvPr id="36" name="Shape 28"/>
          <p:cNvSpPr/>
          <p:nvPr/>
        </p:nvSpPr>
        <p:spPr>
          <a:xfrm>
            <a:off x="7932420" y="5426964"/>
            <a:ext cx="20574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DADDD9"/>
            </a:solidFill>
            <a:prstDash val="solid"/>
          </a:ln>
        </p:spPr>
      </p:sp>
      <p:sp>
        <p:nvSpPr>
          <p:cNvPr id="37" name="Text 29"/>
          <p:cNvSpPr/>
          <p:nvPr/>
        </p:nvSpPr>
        <p:spPr>
          <a:xfrm>
            <a:off x="7932420" y="5426964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Volver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33D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822960"/>
            <a:ext cx="182880" cy="182880"/>
          </a:xfrm>
          <a:prstGeom prst="rect">
            <a:avLst/>
          </a:prstGeom>
          <a:solidFill>
            <a:srgbClr val="2E7A00"/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" y="822960"/>
            <a:ext cx="182880" cy="182880"/>
          </a:xfrm>
          <a:prstGeom prst="rect">
            <a:avLst/>
          </a:prstGeom>
          <a:solidFill>
            <a:srgbClr val="2E7A00"/>
          </a:solidFill>
          <a:ln/>
        </p:spPr>
      </p:sp>
      <p:sp>
        <p:nvSpPr>
          <p:cNvPr id="4" name="Shape 2"/>
          <p:cNvSpPr/>
          <p:nvPr/>
        </p:nvSpPr>
        <p:spPr>
          <a:xfrm>
            <a:off x="1298448" y="822960"/>
            <a:ext cx="182880" cy="182880"/>
          </a:xfrm>
          <a:prstGeom prst="rect">
            <a:avLst/>
          </a:prstGeom>
          <a:solidFill>
            <a:srgbClr val="2E7A00"/>
          </a:solidFill>
          <a:ln/>
        </p:spPr>
      </p:sp>
      <p:sp>
        <p:nvSpPr>
          <p:cNvPr id="5" name="Shape 3"/>
          <p:cNvSpPr/>
          <p:nvPr/>
        </p:nvSpPr>
        <p:spPr>
          <a:xfrm>
            <a:off x="859536" y="1042416"/>
            <a:ext cx="182880" cy="182880"/>
          </a:xfrm>
          <a:prstGeom prst="rect">
            <a:avLst/>
          </a:prstGeom>
          <a:solidFill>
            <a:srgbClr val="2E7A00"/>
          </a:solidFill>
          <a:ln/>
        </p:spPr>
      </p:sp>
      <p:sp>
        <p:nvSpPr>
          <p:cNvPr id="6" name="Shape 4"/>
          <p:cNvSpPr/>
          <p:nvPr/>
        </p:nvSpPr>
        <p:spPr>
          <a:xfrm>
            <a:off x="1298448" y="1042416"/>
            <a:ext cx="182880" cy="182880"/>
          </a:xfrm>
          <a:prstGeom prst="rect">
            <a:avLst/>
          </a:prstGeom>
          <a:solidFill>
            <a:srgbClr val="2E7A00"/>
          </a:solidFill>
          <a:ln/>
        </p:spPr>
      </p:sp>
      <p:sp>
        <p:nvSpPr>
          <p:cNvPr id="7" name="Shape 5"/>
          <p:cNvSpPr/>
          <p:nvPr/>
        </p:nvSpPr>
        <p:spPr>
          <a:xfrm>
            <a:off x="1517904" y="1042416"/>
            <a:ext cx="182880" cy="182880"/>
          </a:xfrm>
          <a:prstGeom prst="rect">
            <a:avLst/>
          </a:prstGeom>
          <a:solidFill>
            <a:srgbClr val="2E7A00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261872"/>
            <a:ext cx="182880" cy="182880"/>
          </a:xfrm>
          <a:prstGeom prst="rect">
            <a:avLst/>
          </a:prstGeom>
          <a:solidFill>
            <a:srgbClr val="2E7A00"/>
          </a:solidFill>
          <a:ln/>
        </p:spPr>
      </p:sp>
      <p:sp>
        <p:nvSpPr>
          <p:cNvPr id="9" name="Shape 7"/>
          <p:cNvSpPr/>
          <p:nvPr/>
        </p:nvSpPr>
        <p:spPr>
          <a:xfrm>
            <a:off x="859536" y="1261872"/>
            <a:ext cx="182880" cy="182880"/>
          </a:xfrm>
          <a:prstGeom prst="rect">
            <a:avLst/>
          </a:prstGeom>
          <a:solidFill>
            <a:srgbClr val="2E7A00"/>
          </a:solidFill>
          <a:ln/>
        </p:spPr>
      </p:sp>
      <p:sp>
        <p:nvSpPr>
          <p:cNvPr id="10" name="Shape 8"/>
          <p:cNvSpPr/>
          <p:nvPr/>
        </p:nvSpPr>
        <p:spPr>
          <a:xfrm>
            <a:off x="1078992" y="1261872"/>
            <a:ext cx="182880" cy="182880"/>
          </a:xfrm>
          <a:prstGeom prst="rect">
            <a:avLst/>
          </a:prstGeom>
          <a:solidFill>
            <a:srgbClr val="2E7A00"/>
          </a:solidFill>
          <a:ln/>
        </p:spPr>
      </p:sp>
      <p:sp>
        <p:nvSpPr>
          <p:cNvPr id="11" name="Shape 9"/>
          <p:cNvSpPr/>
          <p:nvPr/>
        </p:nvSpPr>
        <p:spPr>
          <a:xfrm>
            <a:off x="1517904" y="1261872"/>
            <a:ext cx="182880" cy="182880"/>
          </a:xfrm>
          <a:prstGeom prst="rect">
            <a:avLst/>
          </a:prstGeom>
          <a:solidFill>
            <a:srgbClr val="2E7A00"/>
          </a:solidFill>
          <a:ln/>
        </p:spPr>
      </p:sp>
      <p:sp>
        <p:nvSpPr>
          <p:cNvPr id="12" name="Shape 10"/>
          <p:cNvSpPr/>
          <p:nvPr/>
        </p:nvSpPr>
        <p:spPr>
          <a:xfrm>
            <a:off x="1078992" y="1481328"/>
            <a:ext cx="182880" cy="182880"/>
          </a:xfrm>
          <a:prstGeom prst="rect">
            <a:avLst/>
          </a:prstGeom>
          <a:solidFill>
            <a:srgbClr val="2E7A00"/>
          </a:solidFill>
          <a:ln/>
        </p:spPr>
      </p:sp>
      <p:sp>
        <p:nvSpPr>
          <p:cNvPr id="13" name="Shape 11"/>
          <p:cNvSpPr/>
          <p:nvPr/>
        </p:nvSpPr>
        <p:spPr>
          <a:xfrm>
            <a:off x="1298448" y="1481328"/>
            <a:ext cx="182880" cy="182880"/>
          </a:xfrm>
          <a:prstGeom prst="rect">
            <a:avLst/>
          </a:prstGeom>
          <a:solidFill>
            <a:srgbClr val="2E7A00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1700784"/>
            <a:ext cx="182880" cy="182880"/>
          </a:xfrm>
          <a:prstGeom prst="rect">
            <a:avLst/>
          </a:prstGeom>
          <a:solidFill>
            <a:srgbClr val="2E7A00"/>
          </a:solidFill>
          <a:ln/>
        </p:spPr>
      </p:sp>
      <p:sp>
        <p:nvSpPr>
          <p:cNvPr id="15" name="Shape 13"/>
          <p:cNvSpPr/>
          <p:nvPr/>
        </p:nvSpPr>
        <p:spPr>
          <a:xfrm>
            <a:off x="859536" y="1700784"/>
            <a:ext cx="182880" cy="182880"/>
          </a:xfrm>
          <a:prstGeom prst="rect">
            <a:avLst/>
          </a:prstGeom>
          <a:solidFill>
            <a:srgbClr val="2E7A00"/>
          </a:solidFill>
          <a:ln/>
        </p:spPr>
      </p:sp>
      <p:sp>
        <p:nvSpPr>
          <p:cNvPr id="16" name="Shape 14"/>
          <p:cNvSpPr/>
          <p:nvPr/>
        </p:nvSpPr>
        <p:spPr>
          <a:xfrm>
            <a:off x="1298448" y="1700784"/>
            <a:ext cx="182880" cy="182880"/>
          </a:xfrm>
          <a:prstGeom prst="rect">
            <a:avLst/>
          </a:prstGeom>
          <a:solidFill>
            <a:srgbClr val="2E7A00"/>
          </a:solidFill>
          <a:ln/>
        </p:spPr>
      </p:sp>
      <p:sp>
        <p:nvSpPr>
          <p:cNvPr id="17" name="Shape 15"/>
          <p:cNvSpPr/>
          <p:nvPr/>
        </p:nvSpPr>
        <p:spPr>
          <a:xfrm>
            <a:off x="1517904" y="1700784"/>
            <a:ext cx="182880" cy="182880"/>
          </a:xfrm>
          <a:prstGeom prst="rect">
            <a:avLst/>
          </a:prstGeom>
          <a:solidFill>
            <a:srgbClr val="2E7A00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233172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solucion lista para modernizar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14400" y="28803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control de asistencia del SENA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914400" y="36118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D7E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Trece pantallas pensadas para instructores y aprendices: simples, rapidas y confiables.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14400" y="4297680"/>
            <a:ext cx="3072384" cy="384048"/>
          </a:xfrm>
          <a:prstGeom prst="roundRect">
            <a:avLst>
              <a:gd name="adj" fmla="val 50000"/>
            </a:avLst>
          </a:prstGeom>
          <a:solidFill>
            <a:srgbClr val="2E7A00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297680"/>
            <a:ext cx="3072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tiempo pasando lista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51376" y="429768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2E7A00"/>
          </a:solidFill>
          <a:ln/>
        </p:spPr>
      </p:sp>
      <p:sp>
        <p:nvSpPr>
          <p:cNvPr id="24" name="Text 22"/>
          <p:cNvSpPr/>
          <p:nvPr/>
        </p:nvSpPr>
        <p:spPr>
          <a:xfrm>
            <a:off x="4151376" y="429768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 listas en papel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784848" y="429768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2E7A00"/>
          </a:solidFill>
          <a:ln/>
        </p:spPr>
      </p:sp>
      <p:sp>
        <p:nvSpPr>
          <p:cNvPr id="26" name="Text 24"/>
          <p:cNvSpPr/>
          <p:nvPr/>
        </p:nvSpPr>
        <p:spPr>
          <a:xfrm>
            <a:off x="6784848" y="429768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al instante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14400" y="6126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AFC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formativo ADSO - SENA Neiva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65471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BFE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ASISTENCIA SENA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1155680" y="65471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BFE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2026-07-11T02:58:47Z</dcterms:created>
  <dcterms:modified xsi:type="dcterms:W3CDTF">2026-07-11T02:58:47Z</dcterms:modified>
</cp:coreProperties>
</file>